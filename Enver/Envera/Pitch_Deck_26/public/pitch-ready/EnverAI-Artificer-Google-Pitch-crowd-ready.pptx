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4a49f9d67714c9e" /><Relationship Type="http://schemas.openxmlformats.org/officeDocument/2006/relationships/extended-properties" Target="/docProps/app.xml" Id="R7d51ace80f824e82" /><Relationship Type="http://schemas.openxmlformats.org/officeDocument/2006/relationships/officeDocument" Target="/ppt/presentation.xml" Id="R01d24b91bd934f0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cf0526668814599"/>
  </p:sldMasterIdLst>
  <p:notesMasterIdLst>
    <p:notesMasterId xmlns:r="http://schemas.openxmlformats.org/officeDocument/2006/relationships" r:id="Raa0e66832f524848"/>
  </p:notesMasterIdLst>
  <p:sldIdLst>
    <p:sldId xmlns:r="http://schemas.openxmlformats.org/officeDocument/2006/relationships" id="256" r:id="Ra970d897e7d44eee"/>
    <p:sldId xmlns:r="http://schemas.openxmlformats.org/officeDocument/2006/relationships" id="257" r:id="Rebfe38407db442b9"/>
    <p:sldId xmlns:r="http://schemas.openxmlformats.org/officeDocument/2006/relationships" id="258" r:id="R38437a4415af4b07"/>
    <p:sldId xmlns:r="http://schemas.openxmlformats.org/officeDocument/2006/relationships" id="259" r:id="Rc7bc9f63e3d54ea6"/>
    <p:sldId xmlns:r="http://schemas.openxmlformats.org/officeDocument/2006/relationships" id="260" r:id="Rbf75b16db2d2423f"/>
    <p:sldId xmlns:r="http://schemas.openxmlformats.org/officeDocument/2006/relationships" id="261" r:id="Rce0401a4f6394502"/>
    <p:sldId xmlns:r="http://schemas.openxmlformats.org/officeDocument/2006/relationships" id="262" r:id="R3e69a152bf5b4fcf"/>
    <p:sldId xmlns:r="http://schemas.openxmlformats.org/officeDocument/2006/relationships" id="263" r:id="R94eca755d6704389"/>
    <p:sldId xmlns:r="http://schemas.openxmlformats.org/officeDocument/2006/relationships" id="264" r:id="Rb0b08dacae624ba8"/>
    <p:sldId xmlns:r="http://schemas.openxmlformats.org/officeDocument/2006/relationships" id="265" r:id="R9d007300f6a242fe"/>
    <p:sldId xmlns:r="http://schemas.openxmlformats.org/officeDocument/2006/relationships" id="266" r:id="Rdf19f256e9c140ad"/>
    <p:sldId xmlns:r="http://schemas.openxmlformats.org/officeDocument/2006/relationships" id="267" r:id="R0a0827ca9bfc43dd"/>
    <p:sldId xmlns:r="http://schemas.openxmlformats.org/officeDocument/2006/relationships" id="268" r:id="Re2ad71dd19534cca"/>
  </p:sldIdLst>
  <p:sldSz cx="20104100" cy="113093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p="http://schemas.openxmlformats.org/presentationml/2006/main">
  <p:gridSpacing cx="78028800" cy="780288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77f81959da640ed" /><Relationship Type="http://schemas.openxmlformats.org/officeDocument/2006/relationships/slideMaster" Target="/ppt/slideMasters/slideMaster1.xml" Id="Rccf0526668814599" /><Relationship Type="http://schemas.openxmlformats.org/officeDocument/2006/relationships/notesMaster" Target="/ppt/notesMasters/notesMaster1.xml" Id="Raa0e66832f524848" /><Relationship Type="http://schemas.openxmlformats.org/officeDocument/2006/relationships/presProps" Target="/ppt/presProps.xml" Id="Re8c9a0486b6e44af" /><Relationship Type="http://schemas.openxmlformats.org/officeDocument/2006/relationships/viewProps" Target="/ppt/viewProps.xml" Id="R1a1fc1d6945c4cd7" /><Relationship Type="http://schemas.openxmlformats.org/officeDocument/2006/relationships/tableStyles" Target="/ppt/tableStyles.xml" Id="R85cfab67bbee40f4" /><Relationship Type="http://schemas.openxmlformats.org/officeDocument/2006/relationships/slide" Target="/ppt/slides/slide1.xml" Id="Ra970d897e7d44eee" /><Relationship Type="http://schemas.openxmlformats.org/officeDocument/2006/relationships/slide" Target="/ppt/slides/slide2.xml" Id="Rebfe38407db442b9" /><Relationship Type="http://schemas.openxmlformats.org/officeDocument/2006/relationships/slide" Target="/ppt/slides/slide3.xml" Id="R38437a4415af4b07" /><Relationship Type="http://schemas.openxmlformats.org/officeDocument/2006/relationships/slide" Target="/ppt/slides/slide4.xml" Id="Rc7bc9f63e3d54ea6" /><Relationship Type="http://schemas.openxmlformats.org/officeDocument/2006/relationships/slide" Target="/ppt/slides/slide5.xml" Id="Rbf75b16db2d2423f" /><Relationship Type="http://schemas.openxmlformats.org/officeDocument/2006/relationships/slide" Target="/ppt/slides/slide6.xml" Id="Rce0401a4f6394502" /><Relationship Type="http://schemas.openxmlformats.org/officeDocument/2006/relationships/slide" Target="/ppt/slides/slide7.xml" Id="R3e69a152bf5b4fcf" /><Relationship Type="http://schemas.openxmlformats.org/officeDocument/2006/relationships/slide" Target="/ppt/slides/slide8.xml" Id="R94eca755d6704389" /><Relationship Type="http://schemas.openxmlformats.org/officeDocument/2006/relationships/slide" Target="/ppt/slides/slide9.xml" Id="Rb0b08dacae624ba8" /><Relationship Type="http://schemas.openxmlformats.org/officeDocument/2006/relationships/slide" Target="/ppt/slides/slide10.xml" Id="R9d007300f6a242fe" /><Relationship Type="http://schemas.openxmlformats.org/officeDocument/2006/relationships/slide" Target="/ppt/slides/slide11.xml" Id="Rdf19f256e9c140ad" /><Relationship Type="http://schemas.openxmlformats.org/officeDocument/2006/relationships/slide" Target="/ppt/slides/slide12.xml" Id="R0a0827ca9bfc43dd" /><Relationship Type="http://schemas.openxmlformats.org/officeDocument/2006/relationships/slide" Target="/ppt/slides/slide13.xml" Id="Re2ad71dd19534cc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aa499e249b846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472020375844e05" /><Relationship Type="http://schemas.openxmlformats.org/officeDocument/2006/relationships/notesMaster" Target="/ppt/notesMasters/notesMaster1.xml" Id="Rf8758563be8e4b7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a93ed0a704944b7" /><Relationship Type="http://schemas.openxmlformats.org/officeDocument/2006/relationships/notesMaster" Target="/ppt/notesMasters/notesMaster1.xml" Id="R35a1157adf3449d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5436e6e96ec4089" /><Relationship Type="http://schemas.openxmlformats.org/officeDocument/2006/relationships/notesMaster" Target="/ppt/notesMasters/notesMaster1.xml" Id="R3eecbec33f3b42e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dd63ffa7eab4d99" /><Relationship Type="http://schemas.openxmlformats.org/officeDocument/2006/relationships/notesMaster" Target="/ppt/notesMasters/notesMaster1.xml" Id="R8e634bf5bc624e7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ca11ba94f274ec5" /><Relationship Type="http://schemas.openxmlformats.org/officeDocument/2006/relationships/notesMaster" Target="/ppt/notesMasters/notesMaster1.xml" Id="Rbea385a495f2448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a1f6df53e114648" /><Relationship Type="http://schemas.openxmlformats.org/officeDocument/2006/relationships/notesMaster" Target="/ppt/notesMasters/notesMaster1.xml" Id="Rd3e8b34d0b924f1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e032c9563594238" /><Relationship Type="http://schemas.openxmlformats.org/officeDocument/2006/relationships/notesMaster" Target="/ppt/notesMasters/notesMaster1.xml" Id="R0a02029d8e254fc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6689907936f4d0f" /><Relationship Type="http://schemas.openxmlformats.org/officeDocument/2006/relationships/notesMaster" Target="/ppt/notesMasters/notesMaster1.xml" Id="Rc248f538dbfb45f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33b1f57d44f421e" /><Relationship Type="http://schemas.openxmlformats.org/officeDocument/2006/relationships/notesMaster" Target="/ppt/notesMasters/notesMaster1.xml" Id="Rbfe54504699f45e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0f8d91e68fe427b" /><Relationship Type="http://schemas.openxmlformats.org/officeDocument/2006/relationships/notesMaster" Target="/ppt/notesMasters/notesMaster1.xml" Id="R7822e5fff7594ee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2012006c72143f0" /><Relationship Type="http://schemas.openxmlformats.org/officeDocument/2006/relationships/notesMaster" Target="/ppt/notesMasters/notesMaster1.xml" Id="R6314e18c6e8649a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ce5960727504ff9" /><Relationship Type="http://schemas.openxmlformats.org/officeDocument/2006/relationships/notesMaster" Target="/ppt/notesMasters/notesMaster1.xml" Id="R77a88e87701842c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5ae846d727549cc" /><Relationship Type="http://schemas.openxmlformats.org/officeDocument/2006/relationships/notesMaster" Target="/ppt/notesMasters/notesMaster1.xml" Id="Rd35a60b5c7624f5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b2b8db4f6d43d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246c02ecba437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60b61c17c947a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ccded81050445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6295552d924bc7" /></Relationships>
</file>

<file path=ppt/slideLayouts/slideLayout1.xml><?xml version="1.0" encoding="utf-8"?>
<p:sldLayout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047E9B1C-FE36-4D99-988B-41A858869CE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07807" y="3505898"/>
            <a:ext cx="17088486" cy="2374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 sz="3100" b="0" i="0">
                <a:solidFill>
                  <a:srgbClr val="F0F0F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DAE09BAC-35AB-4870-B63B-7BF538576794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3015615" y="6333236"/>
            <a:ext cx="14072870" cy="28273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A0A719D6-73B8-47CF-AD46-0A8C98A98B58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5A7A45D5-FD0F-4D78-AD9F-04439560CF1B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46E91FF2-71AF-408F-9BA6-8391DB6047BC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#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F245A0EF-ABEF-4EC3-A2EC-940B7CABD1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3100" b="0" i="0">
                <a:solidFill>
                  <a:srgbClr val="F0F0F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0FCE3C6D-37C0-4458-93C0-76B3EED62C2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F4AF2C04-8482-4669-B77C-AA28F21BBB4E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D6946EFD-16DF-47B9-8406-B6E2035C8214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4206D041-C8D2-4E8B-91AD-F2782505AC54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#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3E571DD2-A06F-400C-B4E3-159DDBE63F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3100" b="0" i="0">
                <a:solidFill>
                  <a:srgbClr val="F0F0F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E662D022-02A1-476A-925F-A367D51F927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005205" y="2601150"/>
            <a:ext cx="8745284" cy="74641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0866C1B2-9693-4E41-B899-CE1A771A5CB7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10353611" y="2601150"/>
            <a:ext cx="8745284" cy="74641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3B48A984-D8FF-4EED-980F-4D4C18F45F8A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3BEE6003-A2A4-498B-A6B0-D32D5789A0DA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7" name="Holder 7">
            <a:extLst xmlns:a="http://schemas.openxmlformats.org/drawingml/2006/main">
              <a:ext uri="{FF2B5EF4-FFF2-40B4-BE49-F238E27FC236}">
                <a16:creationId xmlns:a16="http://schemas.microsoft.com/office/drawing/2014/main" id="{E6CC475C-C599-46E0-B899-FD58623C8A0A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#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CD404786-5558-4596-9C21-12B4B1FEE2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3100" b="0" i="0">
                <a:solidFill>
                  <a:srgbClr val="F0F0F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9248E43C-57AA-4D3B-8DDA-B3C668741740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EE72C901-3636-4CDB-88E2-D2E0BEF1E0C2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AC79E868-3533-46BD-AFBB-8F03A8B38AE1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#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9F218FDE-7323-41D5-8A41-B1C74CA676E9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A08D0001-5EF1-40B0-A47F-C0FB2DFFCE98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5AE3F258-53DF-47FE-BDA5-CCA9D99B1C4A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#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2ef76d86eec4005" /><Relationship Type="http://schemas.openxmlformats.org/officeDocument/2006/relationships/slideLayout" Target="/ppt/slideLayouts/slideLayout1.xml" Id="R0e783db3f67347b9" /><Relationship Type="http://schemas.openxmlformats.org/officeDocument/2006/relationships/slideLayout" Target="/ppt/slideLayouts/slideLayout2.xml" Id="R43a1a759608c4214" /><Relationship Type="http://schemas.openxmlformats.org/officeDocument/2006/relationships/slideLayout" Target="/ppt/slideLayouts/slideLayout3.xml" Id="R11a851a26a164213" /><Relationship Type="http://schemas.openxmlformats.org/officeDocument/2006/relationships/slideLayout" Target="/ppt/slideLayouts/slideLayout4.xml" Id="R1556e3d1614f44cd" /><Relationship Type="http://schemas.openxmlformats.org/officeDocument/2006/relationships/slideLayout" Target="/ppt/slideLayouts/slideLayout5.xml" Id="Rdcd10f2c2ce04437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02ED980B-B926-4787-8D58-7F9E8E64A6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65229" y="1108557"/>
            <a:ext cx="1962150" cy="5022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 sz="3100" b="0" i="0">
                <a:solidFill>
                  <a:srgbClr val="F0F0F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FF31E29E-5DF3-4E8D-A6EA-5AA55152CE0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05205" y="2601150"/>
            <a:ext cx="18093690" cy="74641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3417273B-3143-4BD6-AC5D-57A94040D543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xfrm xmlns:a="http://schemas.openxmlformats.org/drawingml/2006/main">
            <a:off x="6835394" y="10517696"/>
            <a:ext cx="6433312" cy="5654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C01F1563-D8C8-45EE-BF4A-49B883B5710D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xfrm xmlns:a="http://schemas.openxmlformats.org/drawingml/2006/main">
            <a:off x="1005205" y="10517696"/>
            <a:ext cx="4623943" cy="5654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AECAFC47-D8BE-4E72-860B-16E2BF3D5C92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>
          <a:xfrm xmlns:a="http://schemas.openxmlformats.org/drawingml/2006/main">
            <a:off x="14474953" y="10517696"/>
            <a:ext cx="4623943" cy="5654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#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783db3f67347b9"/>
    <p:sldLayoutId xmlns:r="http://schemas.openxmlformats.org/officeDocument/2006/relationships" id="2147483650" r:id="R43a1a759608c4214"/>
    <p:sldLayoutId xmlns:r="http://schemas.openxmlformats.org/officeDocument/2006/relationships" id="2147483651" r:id="R11a851a26a164213"/>
    <p:sldLayoutId xmlns:r="http://schemas.openxmlformats.org/officeDocument/2006/relationships" id="2147483652" r:id="R1556e3d1614f44cd"/>
    <p:sldLayoutId xmlns:r="http://schemas.openxmlformats.org/officeDocument/2006/relationships" id="2147483653" r:id="Rdcd10f2c2ce04437"/>
  </p:sldLayoutIdLst>
  <p:txStyles>
    <p:titleStyle>
      <a:lvl1pPr xmlns:a="http://schemas.openxmlformats.org/drawingml/2006/main">
        <a:buNone/>
        <a:defRPr>
          <a:latin typeface="+mj-lt"/>
          <a:ea typeface="+mj-lt"/>
          <a:cs typeface="+mj-lt"/>
        </a:defRPr>
      </a:lvl1pPr>
    </p:titleStyle>
    <p:bodyStyle>
      <a:lvl1pPr xmlns:a="http://schemas.openxmlformats.org/drawingml/2006/main" marL="0">
        <a:buNone/>
        <a:defRPr>
          <a:latin typeface="+mn-lt"/>
          <a:ea typeface="+mn-lt"/>
          <a:cs typeface="+mn-lt"/>
        </a:defRPr>
      </a:lvl1pPr>
      <a:lvl2pPr xmlns:a="http://schemas.openxmlformats.org/drawingml/2006/main" marL="457200">
        <a:buNone/>
        <a:defRPr>
          <a:latin typeface="+mn-lt"/>
          <a:ea typeface="+mn-lt"/>
          <a:cs typeface="+mn-lt"/>
        </a:defRPr>
      </a:lvl2pPr>
      <a:lvl3pPr xmlns:a="http://schemas.openxmlformats.org/drawingml/2006/main" marL="914400">
        <a:buNone/>
        <a:defRPr>
          <a:latin typeface="+mn-lt"/>
          <a:ea typeface="+mn-lt"/>
          <a:cs typeface="+mn-lt"/>
        </a:defRPr>
      </a:lvl3pPr>
      <a:lvl4pPr xmlns:a="http://schemas.openxmlformats.org/drawingml/2006/main" marL="1371600">
        <a:buNone/>
        <a:defRPr>
          <a:latin typeface="+mn-lt"/>
          <a:ea typeface="+mn-lt"/>
          <a:cs typeface="+mn-lt"/>
        </a:defRPr>
      </a:lvl4pPr>
      <a:lvl5pPr xmlns:a="http://schemas.openxmlformats.org/drawingml/2006/main" marL="1828800">
        <a:buNone/>
        <a:defRPr>
          <a:latin typeface="+mn-lt"/>
          <a:ea typeface="+mn-lt"/>
          <a:cs typeface="+mn-lt"/>
        </a:defRPr>
      </a:lvl5pPr>
      <a:lvl6pPr xmlns:a="http://schemas.openxmlformats.org/drawingml/2006/main" marL="2286000">
        <a:buNone/>
        <a:defRPr>
          <a:latin typeface="+mn-lt"/>
          <a:ea typeface="+mn-lt"/>
          <a:cs typeface="+mn-lt"/>
        </a:defRPr>
      </a:lvl6pPr>
      <a:lvl7pPr xmlns:a="http://schemas.openxmlformats.org/drawingml/2006/main" marL="2743200">
        <a:buNone/>
        <a:defRPr>
          <a:latin typeface="+mn-lt"/>
          <a:ea typeface="+mn-lt"/>
          <a:cs typeface="+mn-lt"/>
        </a:defRPr>
      </a:lvl7pPr>
      <a:lvl8pPr xmlns:a="http://schemas.openxmlformats.org/drawingml/2006/main" marL="3200400">
        <a:buNone/>
        <a:defRPr>
          <a:latin typeface="+mn-lt"/>
          <a:ea typeface="+mn-lt"/>
          <a:cs typeface="+mn-lt"/>
        </a:defRPr>
      </a:lvl8pPr>
      <a:lvl9pPr xmlns:a="http://schemas.openxmlformats.org/drawingml/2006/main" marL="3657600">
        <a:buNone/>
        <a:defRPr>
          <a:latin typeface="+mn-lt"/>
          <a:ea typeface="+mn-lt"/>
          <a:cs typeface="+mn-lt"/>
        </a:defRPr>
      </a:lvl9pPr>
    </p:bodyStyle>
    <p:otherStyle>
      <a:lvl1pPr xmlns:a="http://schemas.openxmlformats.org/drawingml/2006/main" marL="0">
        <a:buNone/>
        <a:defRPr>
          <a:latin typeface="+mn-lt"/>
          <a:ea typeface="+mn-lt"/>
          <a:cs typeface="+mn-lt"/>
        </a:defRPr>
      </a:lvl1pPr>
      <a:lvl2pPr xmlns:a="http://schemas.openxmlformats.org/drawingml/2006/main" marL="457200">
        <a:buNone/>
        <a:defRPr>
          <a:latin typeface="+mn-lt"/>
          <a:ea typeface="+mn-lt"/>
          <a:cs typeface="+mn-lt"/>
        </a:defRPr>
      </a:lvl2pPr>
      <a:lvl3pPr xmlns:a="http://schemas.openxmlformats.org/drawingml/2006/main" marL="914400">
        <a:buNone/>
        <a:defRPr>
          <a:latin typeface="+mn-lt"/>
          <a:ea typeface="+mn-lt"/>
          <a:cs typeface="+mn-lt"/>
        </a:defRPr>
      </a:lvl3pPr>
      <a:lvl4pPr xmlns:a="http://schemas.openxmlformats.org/drawingml/2006/main" marL="1371600">
        <a:buNone/>
        <a:defRPr>
          <a:latin typeface="+mn-lt"/>
          <a:ea typeface="+mn-lt"/>
          <a:cs typeface="+mn-lt"/>
        </a:defRPr>
      </a:lvl4pPr>
      <a:lvl5pPr xmlns:a="http://schemas.openxmlformats.org/drawingml/2006/main" marL="1828800">
        <a:buNone/>
        <a:defRPr>
          <a:latin typeface="+mn-lt"/>
          <a:ea typeface="+mn-lt"/>
          <a:cs typeface="+mn-lt"/>
        </a:defRPr>
      </a:lvl5pPr>
      <a:lvl6pPr xmlns:a="http://schemas.openxmlformats.org/drawingml/2006/main" marL="2286000">
        <a:buNone/>
        <a:defRPr>
          <a:latin typeface="+mn-lt"/>
          <a:ea typeface="+mn-lt"/>
          <a:cs typeface="+mn-lt"/>
        </a:defRPr>
      </a:lvl6pPr>
      <a:lvl7pPr xmlns:a="http://schemas.openxmlformats.org/drawingml/2006/main" marL="2743200">
        <a:buNone/>
        <a:defRPr>
          <a:latin typeface="+mn-lt"/>
          <a:ea typeface="+mn-lt"/>
          <a:cs typeface="+mn-lt"/>
        </a:defRPr>
      </a:lvl7pPr>
      <a:lvl8pPr xmlns:a="http://schemas.openxmlformats.org/drawingml/2006/main" marL="3200400">
        <a:buNone/>
        <a:defRPr>
          <a:latin typeface="+mn-lt"/>
          <a:ea typeface="+mn-lt"/>
          <a:cs typeface="+mn-lt"/>
        </a:defRPr>
      </a:lvl8pPr>
      <a:lvl9pPr xmlns:a="http://schemas.openxmlformats.org/drawingml/2006/main" marL="3657600">
        <a:buNone/>
        <a:defRPr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46674c1b9cc42b0" /><Relationship Type="http://schemas.openxmlformats.org/officeDocument/2006/relationships/image" Target="/ppt/media/image.png" Id="R04abfa3c77ce477d" /><Relationship Type="http://schemas.openxmlformats.org/officeDocument/2006/relationships/notesSlide" Target="/ppt/notesSlides/notesSlide1.xml" Id="Ra6ba5d7eb16a47c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545b5ecf4df4629" /><Relationship Type="http://schemas.openxmlformats.org/officeDocument/2006/relationships/image" Target="/ppt/media/image.jpeg" Id="R03a9dac544df4a10" /><Relationship Type="http://schemas.openxmlformats.org/officeDocument/2006/relationships/image" Target="/ppt/media/image2.jpeg" Id="R01e7d4124a4344db" /><Relationship Type="http://schemas.openxmlformats.org/officeDocument/2006/relationships/image" Target="/ppt/media/image3.jpeg" Id="R474aea24c40f4a54" /><Relationship Type="http://schemas.openxmlformats.org/officeDocument/2006/relationships/image" Target="/ppt/media/image4.jpeg" Id="R080385cad9424201" /><Relationship Type="http://schemas.openxmlformats.org/officeDocument/2006/relationships/image" Target="/ppt/media/image5.jpeg" Id="Redaf76dfd5eb4ef9" /><Relationship Type="http://schemas.openxmlformats.org/officeDocument/2006/relationships/image" Target="/ppt/media/image2.png" Id="Re35316a9eed24323" /><Relationship Type="http://schemas.openxmlformats.org/officeDocument/2006/relationships/notesSlide" Target="/ppt/notesSlides/notesSlide2.xml" Id="R984d1425450d407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e9da2daf0b4f4182" /><Relationship Type="http://schemas.openxmlformats.org/officeDocument/2006/relationships/image" Target="/ppt/media/image3.png" Id="Re3b2871641a84c5f" /><Relationship Type="http://schemas.openxmlformats.org/officeDocument/2006/relationships/image" Target="/ppt/media/image4.png" Id="R4a7fc29d6b8f44c5" /><Relationship Type="http://schemas.openxmlformats.org/officeDocument/2006/relationships/notesSlide" Target="/ppt/notesSlides/notesSlide3.xml" Id="Rf62fcb67c6964a9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552a045827747ab" /><Relationship Type="http://schemas.openxmlformats.org/officeDocument/2006/relationships/image" Target="/ppt/media/image6.jpeg" Id="R7c95e05404e94dc5" /><Relationship Type="http://schemas.openxmlformats.org/officeDocument/2006/relationships/image" Target="/ppt/media/image7.jpeg" Id="R311c7f98f34444bd" /><Relationship Type="http://schemas.openxmlformats.org/officeDocument/2006/relationships/image" Target="/ppt/media/image8.jpeg" Id="Rbfe3a75d2a8548fc" /><Relationship Type="http://schemas.openxmlformats.org/officeDocument/2006/relationships/image" Target="/ppt/media/image9.jpeg" Id="Re5ad6a90402f4d56" /><Relationship Type="http://schemas.openxmlformats.org/officeDocument/2006/relationships/image" Target="/ppt/media/image10.jpeg" Id="R0c30336e0098486a" /><Relationship Type="http://schemas.openxmlformats.org/officeDocument/2006/relationships/image" Target="/ppt/media/image5.png" Id="R4d9270d8b17249c9" /><Relationship Type="http://schemas.openxmlformats.org/officeDocument/2006/relationships/notesSlide" Target="/ppt/notesSlides/notesSlide4.xml" Id="Rf037173fb7774b4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4d7fde4c2e24c5f" /><Relationship Type="http://schemas.openxmlformats.org/officeDocument/2006/relationships/image" Target="/ppt/media/image11.jpeg" Id="R8b73714d8b704d42" /><Relationship Type="http://schemas.openxmlformats.org/officeDocument/2006/relationships/image" Target="/ppt/media/image12.jpeg" Id="R5b5724eccd75449f" /><Relationship Type="http://schemas.openxmlformats.org/officeDocument/2006/relationships/image" Target="/ppt/media/image6.png" Id="R86d812db9b974d9b" /><Relationship Type="http://schemas.openxmlformats.org/officeDocument/2006/relationships/image" Target="/ppt/media/image13.jpeg" Id="R63b9a3dc60194e7a" /><Relationship Type="http://schemas.openxmlformats.org/officeDocument/2006/relationships/image" Target="/ppt/media/image7.png" Id="Recda4a51d84543ae" /><Relationship Type="http://schemas.openxmlformats.org/officeDocument/2006/relationships/image" Target="/ppt/media/image8.png" Id="Rc9a95590a0cf439a" /><Relationship Type="http://schemas.openxmlformats.org/officeDocument/2006/relationships/image" Target="/ppt/media/image14.jpeg" Id="R005a59e00aca4241" /><Relationship Type="http://schemas.openxmlformats.org/officeDocument/2006/relationships/image" Target="/ppt/media/image15.jpeg" Id="R362d5cbbff794421" /><Relationship Type="http://schemas.openxmlformats.org/officeDocument/2006/relationships/image" Target="/ppt/media/image9.png" Id="R587c4ab890c74d0d" /><Relationship Type="http://schemas.openxmlformats.org/officeDocument/2006/relationships/notesSlide" Target="/ppt/notesSlides/notesSlide5.xml" Id="Rc4d78a49945742a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e80f15ed44874619" /><Relationship Type="http://schemas.openxmlformats.org/officeDocument/2006/relationships/image" Target="/ppt/media/image10.png" Id="Rb7db4c51efbf4f65" /><Relationship Type="http://schemas.openxmlformats.org/officeDocument/2006/relationships/image" Target="/ppt/media/image11.png" Id="R84b526c968b74034" /><Relationship Type="http://schemas.openxmlformats.org/officeDocument/2006/relationships/image" Target="/ppt/media/image16.jpeg" Id="R331f9ba0a5f840e9" /><Relationship Type="http://schemas.openxmlformats.org/officeDocument/2006/relationships/image" Target="/ppt/media/image12.png" Id="R02004cbcab8a4e63" /><Relationship Type="http://schemas.openxmlformats.org/officeDocument/2006/relationships/image" Target="/ppt/media/image17.jpeg" Id="Raf73589b2a8940fd" /><Relationship Type="http://schemas.openxmlformats.org/officeDocument/2006/relationships/image" Target="/ppt/media/image13.png" Id="Radebd4127a6c4beb" /><Relationship Type="http://schemas.openxmlformats.org/officeDocument/2006/relationships/image" Target="/ppt/media/image18.jpeg" Id="Rd55f8ebe3ee34495" /><Relationship Type="http://schemas.openxmlformats.org/officeDocument/2006/relationships/image" Target="/ppt/media/image14.png" Id="Rfef35477cf6140f5" /><Relationship Type="http://schemas.openxmlformats.org/officeDocument/2006/relationships/image" Target="/ppt/media/image15.png" Id="R5b78f15dcb784f1c" /><Relationship Type="http://schemas.openxmlformats.org/officeDocument/2006/relationships/notesSlide" Target="/ppt/notesSlides/notesSlide6.xml" Id="R4b5c5650bba04f2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0b86383f76004f80" /><Relationship Type="http://schemas.openxmlformats.org/officeDocument/2006/relationships/image" Target="/ppt/media/image19.jpeg" Id="R7a45ce299da545ed" /><Relationship Type="http://schemas.openxmlformats.org/officeDocument/2006/relationships/image" Target="/ppt/media/image16.png" Id="R83d34aece3a84533" /><Relationship Type="http://schemas.openxmlformats.org/officeDocument/2006/relationships/image" Target="/ppt/media/image20.jpeg" Id="Rdd3779f44b2642e9" /><Relationship Type="http://schemas.openxmlformats.org/officeDocument/2006/relationships/image" Target="/ppt/media/image17.png" Id="Rc54723342fee45df" /><Relationship Type="http://schemas.openxmlformats.org/officeDocument/2006/relationships/image" Target="/ppt/media/image18.png" Id="R90ae1563de8b400a" /><Relationship Type="http://schemas.openxmlformats.org/officeDocument/2006/relationships/notesSlide" Target="/ppt/notesSlides/notesSlide7.xml" Id="R93edfd276cfb4d8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9d3a643f91fe4199" /><Relationship Type="http://schemas.openxmlformats.org/officeDocument/2006/relationships/image" Target="/ppt/media/image21.jpeg" Id="R6105d3e1a1eb4eff" /><Relationship Type="http://schemas.openxmlformats.org/officeDocument/2006/relationships/image" Target="/ppt/media/image19.png" Id="R28605443d6d3476f" /><Relationship Type="http://schemas.openxmlformats.org/officeDocument/2006/relationships/image" Target="/ppt/media/image22.jpeg" Id="R384d830bc6df40f5" /><Relationship Type="http://schemas.openxmlformats.org/officeDocument/2006/relationships/image" Target="/ppt/media/image20.png" Id="Rc40ecb5d828240c5" /><Relationship Type="http://schemas.openxmlformats.org/officeDocument/2006/relationships/image" Target="/ppt/media/image21.png" Id="R79777f26da5145b9" /><Relationship Type="http://schemas.openxmlformats.org/officeDocument/2006/relationships/notesSlide" Target="/ppt/notesSlides/notesSlide8.xml" Id="R57d647be238e45a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cfcb8a3fdca4399" /><Relationship Type="http://schemas.openxmlformats.org/officeDocument/2006/relationships/image" Target="/ppt/media/image23.jpeg" Id="Rc33d51e34c1e46c8" /><Relationship Type="http://schemas.openxmlformats.org/officeDocument/2006/relationships/image" Target="/ppt/media/image22.png" Id="Rb90920e186aa472a" /><Relationship Type="http://schemas.openxmlformats.org/officeDocument/2006/relationships/notesSlide" Target="/ppt/notesSlides/notesSlide9.xml" Id="R9b1a6ad1ff08450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9115bf4b45f4c2a" /><Relationship Type="http://schemas.openxmlformats.org/officeDocument/2006/relationships/image" Target="/ppt/media/image24.jpeg" Id="Rf13d9e1aad164eea" /><Relationship Type="http://schemas.openxmlformats.org/officeDocument/2006/relationships/image" Target="/ppt/media/image25.jpeg" Id="Rf88f526a31d44de1" /><Relationship Type="http://schemas.openxmlformats.org/officeDocument/2006/relationships/image" Target="/ppt/media/image26.jpeg" Id="Rc779ad14fbcf45b0" /><Relationship Type="http://schemas.openxmlformats.org/officeDocument/2006/relationships/image" Target="/ppt/media/image27.jpeg" Id="R27e44b548c8d4522" /><Relationship Type="http://schemas.openxmlformats.org/officeDocument/2006/relationships/image" Target="/ppt/media/image28.jpeg" Id="R19a060abeb144d92" /><Relationship Type="http://schemas.openxmlformats.org/officeDocument/2006/relationships/image" Target="/ppt/media/image29.jpeg" Id="R7298b0af517f47ab" /><Relationship Type="http://schemas.openxmlformats.org/officeDocument/2006/relationships/image" Target="/ppt/media/image30.jpeg" Id="R9f89f74602ac4c11" /><Relationship Type="http://schemas.openxmlformats.org/officeDocument/2006/relationships/image" Target="/ppt/media/image23.png" Id="R7378d091cbea424d" /><Relationship Type="http://schemas.openxmlformats.org/officeDocument/2006/relationships/notesSlide" Target="/ppt/notesSlides/notesSlide10.xml" Id="R8e6fc96e9136412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4c4be401e773406b" /><Relationship Type="http://schemas.openxmlformats.org/officeDocument/2006/relationships/image" Target="/ppt/media/image24.png" Id="R395752db770549af" /><Relationship Type="http://schemas.openxmlformats.org/officeDocument/2006/relationships/image" Target="/ppt/media/image25.png" Id="R77f3f765889b4e63" /><Relationship Type="http://schemas.openxmlformats.org/officeDocument/2006/relationships/notesSlide" Target="/ppt/notesSlides/notesSlide11.xml" Id="Rfaa8354ecfb440a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b5d0208a0334162" /><Relationship Type="http://schemas.openxmlformats.org/officeDocument/2006/relationships/image" Target="/ppt/media/image26.png" Id="R462b07d9afd340a8" /><Relationship Type="http://schemas.openxmlformats.org/officeDocument/2006/relationships/image" Target="/ppt/media/image27.png" Id="Rb706c059e0ce40a7" /><Relationship Type="http://schemas.openxmlformats.org/officeDocument/2006/relationships/image" Target="/ppt/media/image28.png" Id="R1a09318d462448dd" /><Relationship Type="http://schemas.openxmlformats.org/officeDocument/2006/relationships/image" Target="/ppt/media/image29.png" Id="R4cf0e414d3c54ac9" /><Relationship Type="http://schemas.openxmlformats.org/officeDocument/2006/relationships/image" Target="/ppt/media/image31.jpeg" Id="Re1d2ac4837074c68" /><Relationship Type="http://schemas.openxmlformats.org/officeDocument/2006/relationships/image" Target="/ppt/media/image30.png" Id="R2358558aa15c4502" /><Relationship Type="http://schemas.openxmlformats.org/officeDocument/2006/relationships/image" Target="/ppt/media/image32.jpeg" Id="R5f51e0435f114dfc" /><Relationship Type="http://schemas.openxmlformats.org/officeDocument/2006/relationships/image" Target="/ppt/media/image31.png" Id="Rb24b1e17f6474f84" /><Relationship Type="http://schemas.openxmlformats.org/officeDocument/2006/relationships/image" Target="/ppt/media/image32.png" Id="R1ab4ccde3ab24950" /><Relationship Type="http://schemas.openxmlformats.org/officeDocument/2006/relationships/image" Target="/ppt/media/image33.png" Id="R409c38fda11a421e" /><Relationship Type="http://schemas.openxmlformats.org/officeDocument/2006/relationships/image" Target="/ppt/media/image34.png" Id="Rf82ebd0d183a4f19" /><Relationship Type="http://schemas.openxmlformats.org/officeDocument/2006/relationships/image" Target="/ppt/media/image35.png" Id="R899d41d8f1fd4467" /><Relationship Type="http://schemas.openxmlformats.org/officeDocument/2006/relationships/image" Target="/ppt/media/image33.jpeg" Id="Rfef1825a6124479d" /><Relationship Type="http://schemas.openxmlformats.org/officeDocument/2006/relationships/image" Target="/ppt/media/image36.png" Id="R3b82a88905244d12" /><Relationship Type="http://schemas.openxmlformats.org/officeDocument/2006/relationships/image" Target="/ppt/media/image34.jpeg" Id="R21b879dae1ee4f24" /><Relationship Type="http://schemas.openxmlformats.org/officeDocument/2006/relationships/image" Target="/ppt/media/image37.png" Id="Ra144243441a841de" /><Relationship Type="http://schemas.openxmlformats.org/officeDocument/2006/relationships/image" Target="/ppt/media/image38.png" Id="Rdddeeb796ab545a8" /><Relationship Type="http://schemas.openxmlformats.org/officeDocument/2006/relationships/image" Target="/ppt/media/image35.jpeg" Id="Re7f8bc087ec84696" /><Relationship Type="http://schemas.openxmlformats.org/officeDocument/2006/relationships/image" Target="/ppt/media/image39.png" Id="R3e86e254932d4295" /><Relationship Type="http://schemas.openxmlformats.org/officeDocument/2006/relationships/image" Target="/ppt/media/image40.png" Id="Ra8356ba8a744412d" /><Relationship Type="http://schemas.openxmlformats.org/officeDocument/2006/relationships/image" Target="/ppt/media/image41.png" Id="R72589a8085334496" /><Relationship Type="http://schemas.openxmlformats.org/officeDocument/2006/relationships/image" Target="/ppt/media/image42.png" Id="Rcb777201f9b84c41" /><Relationship Type="http://schemas.openxmlformats.org/officeDocument/2006/relationships/notesSlide" Target="/ppt/notesSlides/notesSlide12.xml" Id="Rbc2636f3bf324ed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026a26c87954486" /><Relationship Type="http://schemas.openxmlformats.org/officeDocument/2006/relationships/image" Target="/ppt/media/image36.jpeg" Id="R0946010475e44192" /><Relationship Type="http://schemas.openxmlformats.org/officeDocument/2006/relationships/image" Target="/ppt/media/image43.png" Id="Rdc416f9ec4fc4af7" /><Relationship Type="http://schemas.openxmlformats.org/officeDocument/2006/relationships/notesSlide" Target="/ppt/notesSlides/notesSlide13.xml" Id="R8274b5de3197404c" /></Relationships>
</file>

<file path=ppt/slides/slide1.xml><?xml version="1.0" encoding="utf-8"?>
<p:sld xmlns:p="http://schemas.openxmlformats.org/presentationml/2006/main" showMasterSp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9D12015E-0FFE-4D6D-98FE-2CFAA45C3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0116" y="4832313"/>
            <a:ext cx="3686175" cy="476884"/>
          </a:xfrm>
          <a:custGeom xmlns:a="http://schemas.openxmlformats.org/drawingml/2006/main">
            <a:rect l="l" t="t" r="r" b="b"/>
            <a:pathLst>
              <a:path w="3686175" h="476885">
                <a:moveTo>
                  <a:pt x="3685750" y="476425"/>
                </a:moveTo>
                <a:lnTo>
                  <a:pt x="0" y="476425"/>
                </a:lnTo>
                <a:lnTo>
                  <a:pt x="0" y="0"/>
                </a:lnTo>
                <a:lnTo>
                  <a:pt x="3685750" y="0"/>
                </a:lnTo>
                <a:lnTo>
                  <a:pt x="3685750" y="476425"/>
                </a:lnTo>
                <a:close/>
              </a:path>
            </a:pathLst>
          </a:custGeom>
          <a:solidFill xmlns:a="http://schemas.openxmlformats.org/drawingml/2006/main">
            <a:srgbClr val="1C1C1C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3" name="object 3">
            <a:extLst xmlns:a="http://schemas.openxmlformats.org/drawingml/2006/main">
              <a:ext uri="{FF2B5EF4-FFF2-40B4-BE49-F238E27FC236}">
                <a16:creationId xmlns:a16="http://schemas.microsoft.com/office/drawing/2014/main" id="{0A4E7FA3-B556-4893-85EF-7FBCB2F3C5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84762" y="4638991"/>
            <a:ext cx="3736975" cy="795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5050" spc="-80">
                <a:solidFill>
                  <a:srgbClr val="EDEDED"/>
                </a:solidFill>
                <a:latin typeface="Cambria"/>
                <a:ea typeface="Cambria"/>
                <a:cs typeface="Cambria"/>
              </a:rPr>
              <a:t>Enver</a:t>
            </a:r>
            <a:r>
              <a:rPr sz="5050" spc="-105">
                <a:solidFill>
                  <a:srgbClr val="EDEDED"/>
                </a:solidFill>
                <a:latin typeface="Cambria"/>
                <a:ea typeface="Cambria"/>
                <a:cs typeface="Cambria"/>
              </a:rPr>
              <a:t> </a:t>
            </a:r>
            <a:r>
              <a:rPr sz="5050">
                <a:solidFill>
                  <a:srgbClr val="EBEBEB"/>
                </a:solidFill>
                <a:latin typeface="Cambria"/>
                <a:ea typeface="Cambria"/>
                <a:cs typeface="Cambria"/>
              </a:rPr>
              <a:t>AI</a:t>
            </a:r>
            <a:r>
              <a:rPr sz="5050" spc="-415">
                <a:solidFill>
                  <a:srgbClr val="EBEBEB"/>
                </a:solidFill>
                <a:latin typeface="Cambria"/>
                <a:ea typeface="Cambria"/>
                <a:cs typeface="Cambria"/>
              </a:rPr>
              <a:t> </a:t>
            </a:r>
            <a:r>
              <a:rPr sz="5050" spc="-30">
                <a:solidFill>
                  <a:srgbClr val="EDEDED"/>
                </a:solidFill>
                <a:latin typeface="Cambria"/>
                <a:ea typeface="Cambria"/>
                <a:cs typeface="Cambria"/>
              </a:rPr>
              <a:t>Tech</a:t>
            </a:r>
            <a:endParaRPr sz="5050">
              <a:latin typeface="Cambria"/>
              <a:ea typeface="Cambria"/>
              <a:cs typeface="Cambria"/>
            </a:endParaRPr>
          </a:p>
        </p:txBody>
      </p:sp>
      <p:sp>
        <p:nvSpPr>
          <p:cNvPr id="4" name="object 4">
            <a:extLst xmlns:a="http://schemas.openxmlformats.org/drawingml/2006/main">
              <a:ext uri="{FF2B5EF4-FFF2-40B4-BE49-F238E27FC236}">
                <a16:creationId xmlns:a16="http://schemas.microsoft.com/office/drawing/2014/main" id="{322BED84-DD94-4C25-9099-03370E4C6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3913" y="7737984"/>
            <a:ext cx="2387600" cy="136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1070"/>
              </a:lnSpc>
              <a:buNone/>
            </a:pPr>
            <a:r>
              <a:rPr sz="1450" spc="-85">
                <a:solidFill>
                  <a:srgbClr val="F0F0F0"/>
                </a:solidFill>
                <a:latin typeface="Arial MT"/>
                <a:ea typeface="Arial MT"/>
                <a:cs typeface="Arial MT"/>
              </a:rPr>
              <a:t>U4719OM</a:t>
            </a:r>
            <a:r>
              <a:rPr sz="1450" spc="-114">
                <a:solidFill>
                  <a:srgbClr val="F0F0F0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450" spc="-20">
                <a:solidFill>
                  <a:srgbClr val="EDEDED"/>
                </a:solidFill>
                <a:latin typeface="Arial MT"/>
                <a:ea typeface="Arial MT"/>
                <a:cs typeface="Arial MT"/>
              </a:rPr>
              <a:t>H</a:t>
            </a:r>
            <a:r>
              <a:rPr sz="1450" spc="-20">
                <a:solidFill>
                  <a:srgbClr val="F2F2F2"/>
                </a:solidFill>
                <a:latin typeface="Arial MT"/>
                <a:ea typeface="Arial MT"/>
                <a:cs typeface="Arial MT"/>
              </a:rPr>
              <a:t>2O23PTC4O2519</a:t>
            </a:r>
            <a:endParaRPr sz="1450">
              <a:latin typeface="Arial MT"/>
              <a:ea typeface="Arial MT"/>
              <a:cs typeface="Arial MT"/>
            </a:endParaRPr>
          </a:p>
        </p:txBody>
      </p:sp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90683678-6478-438E-AE01-7C411D9C8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2354" y="7737984"/>
            <a:ext cx="1701800" cy="136525"/>
          </a:xfrm>
          <a:custGeom xmlns:a="http://schemas.openxmlformats.org/drawingml/2006/main">
            <a:rect l="l" t="t" r="r" b="b"/>
            <a:pathLst>
              <a:path w="1701800" h="136525">
                <a:moveTo>
                  <a:pt x="1701518" y="136121"/>
                </a:moveTo>
                <a:lnTo>
                  <a:pt x="0" y="136121"/>
                </a:lnTo>
                <a:lnTo>
                  <a:pt x="0" y="0"/>
                </a:lnTo>
                <a:lnTo>
                  <a:pt x="1701518" y="0"/>
                </a:lnTo>
                <a:lnTo>
                  <a:pt x="1701518" y="136121"/>
                </a:lnTo>
                <a:close/>
              </a:path>
            </a:pathLst>
          </a:custGeom>
          <a:solidFill xmlns:a="http://schemas.openxmlformats.org/drawingml/2006/main">
            <a:srgbClr val="1A1A1A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868CD74A-DAE6-4B26-8406-94FF0B200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3621" y="7652570"/>
            <a:ext cx="1727200" cy="269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600" spc="-105">
                <a:solidFill>
                  <a:srgbClr val="F2F2F2"/>
                </a:solidFill>
                <a:latin typeface="Arial MT"/>
                <a:ea typeface="Arial MT"/>
                <a:cs typeface="Arial MT"/>
              </a:rPr>
              <a:t>27AAHCE</a:t>
            </a:r>
            <a:r>
              <a:rPr sz="1600" spc="-170">
                <a:solidFill>
                  <a:srgbClr val="F2F2F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600" spc="-85">
                <a:solidFill>
                  <a:srgbClr val="F4F4F4"/>
                </a:solidFill>
                <a:latin typeface="Arial MT"/>
                <a:ea typeface="Arial MT"/>
                <a:cs typeface="Arial MT"/>
              </a:rPr>
              <a:t>5539J</a:t>
            </a:r>
            <a:r>
              <a:rPr sz="1600" spc="-85">
                <a:solidFill>
                  <a:srgbClr val="F2F2F2"/>
                </a:solidFill>
                <a:latin typeface="Arial MT"/>
                <a:ea typeface="Arial MT"/>
                <a:cs typeface="Arial MT"/>
              </a:rPr>
              <a:t>1ZA</a:t>
            </a:r>
            <a:endParaRPr sz="1600">
              <a:latin typeface="Arial MT"/>
              <a:ea typeface="Arial MT"/>
              <a:cs typeface="Arial MT"/>
            </a:endParaRP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96593A-AB2E-4F02-9384-49DBB0220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048000"/>
            <a:ext cx="1905000" cy="185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11"/>
          </a:solidFill>
          <a:ln xmlns:a="http://schemas.openxmlformats.org/drawingml/2006/main" w="0">
            <a:noFill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abfa3c77ce477d"/>
          <a:srcRect xmlns:a="http://schemas.openxmlformats.org/drawingml/2006/main" l="314" t="0" r="31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39250" y="3171825"/>
            <a:ext cx="1600200" cy="1600200"/>
          </a:xfrm>
          <a:prstGeom xmlns:a="http://schemas.openxmlformats.org/drawingml/2006/main"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363545381"/>
      </p:ext>
    </p:extLst>
  </p:cSld>
</p:sld>
</file>

<file path=ppt/slides/slide2.xml><?xml version="1.0" encoding="utf-8"?>
<p:sld xmlns:p="http://schemas.openxmlformats.org/presentationml/2006/main" showMasterSp="0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9" name="object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a9dac544df4a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602075" y="481660"/>
            <a:ext cx="167534" cy="287949"/>
          </a:xfrm>
          <a:prstGeom xmlns:a="http://schemas.openxmlformats.org/drawingml/2006/main" prst="rect">
            <a:avLst/>
          </a:prstGeom>
        </p:spPr>
      </p:pic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AB38C7BC-BF3D-4A86-9A93-3D47D590E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35" y="476425"/>
            <a:ext cx="20093940" cy="293370"/>
          </a:xfrm>
          <a:custGeom xmlns:a="http://schemas.openxmlformats.org/drawingml/2006/main">
            <a:rect l="l" t="t" r="r" b="b"/>
            <a:pathLst>
              <a:path w="20093940" h="293370">
                <a:moveTo>
                  <a:pt x="20093629" y="293184"/>
                </a:moveTo>
                <a:lnTo>
                  <a:pt x="0" y="293184"/>
                </a:lnTo>
                <a:lnTo>
                  <a:pt x="0" y="0"/>
                </a:lnTo>
                <a:lnTo>
                  <a:pt x="20093629" y="0"/>
                </a:lnTo>
                <a:lnTo>
                  <a:pt x="20093629" y="293184"/>
                </a:lnTo>
                <a:close/>
              </a:path>
            </a:pathLst>
          </a:custGeom>
          <a:solidFill xmlns:a="http://schemas.openxmlformats.org/drawingml/2006/main">
            <a:srgbClr val="0A1613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19F85889-6D7C-454C-92D7-93454DD4E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476" y="550691"/>
            <a:ext cx="47625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51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0"/>
              </a:spcBef>
              <a:buNone/>
            </a:pPr>
            <a:r>
              <a:rPr sz="850" spc="-355">
                <a:solidFill>
                  <a:srgbClr val="D1B370"/>
                </a:solidFill>
                <a:latin typeface="Arial MT"/>
                <a:ea typeface="Arial MT"/>
                <a:cs typeface="Arial MT"/>
              </a:rPr>
              <a:t>1</a:t>
            </a:r>
            <a:endParaRPr sz="850">
              <a:latin typeface="Arial MT"/>
              <a:ea typeface="Arial MT"/>
              <a:cs typeface="Arial MT"/>
            </a:endParaRPr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B95CEDA6-51F5-44BC-917C-C99A2C0D1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117" y="487866"/>
            <a:ext cx="146050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51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0"/>
              </a:spcBef>
              <a:buNone/>
            </a:pPr>
            <a:r>
              <a:rPr sz="850" i="1" spc="-105">
                <a:solidFill>
                  <a:srgbClr val="87804D"/>
                </a:solidFill>
                <a:latin typeface="Arial"/>
                <a:ea typeface="Arial"/>
                <a:cs typeface="Arial"/>
              </a:rPr>
              <a:t>,',"’</a:t>
            </a:r>
            <a:r>
              <a:rPr sz="850" i="1" spc="-25">
                <a:solidFill>
                  <a:srgbClr val="87804D"/>
                </a:solidFill>
                <a:latin typeface="Arial"/>
                <a:ea typeface="Arial"/>
                <a:cs typeface="Arial"/>
              </a:rPr>
              <a:t> </a:t>
            </a:r>
            <a:r>
              <a:rPr sz="850" i="1" spc="-60">
                <a:solidFill>
                  <a:srgbClr val="87804D"/>
                </a:solidFill>
                <a:latin typeface="Arial"/>
                <a:ea typeface="Arial"/>
                <a:cs typeface="Arial"/>
              </a:rPr>
              <a:t>:</a:t>
            </a:r>
            <a:endParaRPr sz="85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7DF7BD6C-8502-436B-9EA0-7D8F7BF71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184" y="550691"/>
            <a:ext cx="120014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51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0"/>
              </a:spcBef>
              <a:buNone/>
            </a:pPr>
            <a:r>
              <a:rPr sz="850" spc="-150">
                <a:solidFill>
                  <a:srgbClr val="5B4B16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850" spc="20">
                <a:solidFill>
                  <a:srgbClr val="5B4B16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 spc="-25">
                <a:solidFill>
                  <a:srgbClr val="5B4B16"/>
                </a:solidFill>
                <a:latin typeface="Arial MT"/>
                <a:ea typeface="Arial MT"/>
                <a:cs typeface="Arial MT"/>
              </a:rPr>
              <a:t>.</a:t>
            </a:r>
            <a:r>
              <a:rPr sz="850" spc="-25">
                <a:solidFill>
                  <a:srgbClr val="E4BC5D"/>
                </a:solidFill>
                <a:latin typeface="Arial MT"/>
                <a:ea typeface="Arial MT"/>
                <a:cs typeface="Arial MT"/>
              </a:rPr>
              <a:t>'</a:t>
            </a:r>
            <a:endParaRPr sz="850">
              <a:latin typeface="Arial MT"/>
              <a:ea typeface="Arial MT"/>
              <a:cs typeface="Arial MT"/>
            </a:endParaRPr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7DF6257A-04CC-4EAE-91FE-9D1D9130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651" y="487866"/>
            <a:ext cx="1266825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51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0"/>
              </a:spcBef>
              <a:buNone/>
            </a:pPr>
            <a:r>
              <a:rPr sz="850">
                <a:solidFill>
                  <a:srgbClr val="1F1300"/>
                </a:solidFill>
                <a:latin typeface="Arial MT"/>
                <a:ea typeface="Arial MT"/>
                <a:cs typeface="Arial MT"/>
              </a:rPr>
              <a:t>E</a:t>
            </a:r>
            <a:r>
              <a:rPr sz="850" spc="55">
                <a:solidFill>
                  <a:srgbClr val="1F1300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>
                <a:solidFill>
                  <a:srgbClr val="74703F"/>
                </a:solidFill>
                <a:latin typeface="Arial MT"/>
                <a:ea typeface="Arial MT"/>
                <a:cs typeface="Arial MT"/>
              </a:rPr>
              <a:t>hl</a:t>
            </a:r>
            <a:r>
              <a:rPr sz="850" spc="65">
                <a:solidFill>
                  <a:srgbClr val="74703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>
                <a:solidFill>
                  <a:srgbClr val="BAA75D"/>
                </a:solidFill>
                <a:latin typeface="Arial MT"/>
                <a:ea typeface="Arial MT"/>
                <a:cs typeface="Arial MT"/>
              </a:rPr>
              <a:t>V</a:t>
            </a:r>
            <a:r>
              <a:rPr sz="850" spc="70">
                <a:solidFill>
                  <a:srgbClr val="BAA75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>
                <a:solidFill>
                  <a:srgbClr val="1F1300"/>
                </a:solidFill>
                <a:latin typeface="Arial MT"/>
                <a:ea typeface="Arial MT"/>
                <a:cs typeface="Arial MT"/>
              </a:rPr>
              <a:t>E</a:t>
            </a:r>
            <a:r>
              <a:rPr sz="850" spc="85">
                <a:solidFill>
                  <a:srgbClr val="1F1300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>
                <a:solidFill>
                  <a:srgbClr val="BCA15D"/>
                </a:solidFill>
                <a:latin typeface="Arial MT"/>
                <a:ea typeface="Arial MT"/>
                <a:cs typeface="Arial MT"/>
              </a:rPr>
              <a:t>R</a:t>
            </a:r>
            <a:r>
              <a:rPr sz="850" spc="440">
                <a:solidFill>
                  <a:srgbClr val="BCA15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>
                <a:solidFill>
                  <a:srgbClr val="311F00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850" spc="30">
                <a:solidFill>
                  <a:srgbClr val="311F00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>
                <a:solidFill>
                  <a:srgbClr val="837234"/>
                </a:solidFill>
                <a:latin typeface="Arial MT"/>
                <a:ea typeface="Arial MT"/>
                <a:cs typeface="Arial MT"/>
              </a:rPr>
              <a:t>I</a:t>
            </a:r>
            <a:r>
              <a:rPr sz="850" spc="380">
                <a:solidFill>
                  <a:srgbClr val="837234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>
                <a:solidFill>
                  <a:srgbClr val="645923"/>
                </a:solidFill>
                <a:latin typeface="Arial MT"/>
                <a:ea typeface="Arial MT"/>
                <a:cs typeface="Arial MT"/>
              </a:rPr>
              <a:t>T</a:t>
            </a:r>
            <a:r>
              <a:rPr sz="850" spc="60">
                <a:solidFill>
                  <a:srgbClr val="645923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>
                <a:solidFill>
                  <a:srgbClr val="261D00"/>
                </a:solidFill>
                <a:latin typeface="Arial MT"/>
                <a:ea typeface="Arial MT"/>
                <a:cs typeface="Arial MT"/>
              </a:rPr>
              <a:t>E</a:t>
            </a:r>
            <a:r>
              <a:rPr sz="850" spc="35">
                <a:solidFill>
                  <a:srgbClr val="261D00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>
                <a:solidFill>
                  <a:srgbClr val="1C1600"/>
                </a:solidFill>
                <a:latin typeface="Arial MT"/>
                <a:ea typeface="Arial MT"/>
                <a:cs typeface="Arial MT"/>
              </a:rPr>
              <a:t>C</a:t>
            </a:r>
            <a:r>
              <a:rPr sz="850" spc="50">
                <a:solidFill>
                  <a:srgbClr val="1C1600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 spc="-50">
                <a:solidFill>
                  <a:srgbClr val="756941"/>
                </a:solidFill>
                <a:latin typeface="Arial MT"/>
                <a:ea typeface="Arial MT"/>
                <a:cs typeface="Arial MT"/>
              </a:rPr>
              <a:t>H</a:t>
            </a:r>
            <a:endParaRPr sz="850">
              <a:latin typeface="Arial MT"/>
              <a:ea typeface="Arial MT"/>
              <a:cs typeface="Arial MT"/>
            </a:endParaRPr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5DA5869B-A6CE-4114-83BB-D67EF8C9A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02401" y="525532"/>
            <a:ext cx="1688464" cy="2025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1150" spc="-405">
                <a:solidFill>
                  <a:srgbClr val="42340C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150" spc="110">
                <a:solidFill>
                  <a:srgbClr val="42340C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50" spc="-310">
                <a:solidFill>
                  <a:srgbClr val="494F2A"/>
                </a:solidFill>
                <a:latin typeface="Consolas"/>
                <a:ea typeface="Consolas"/>
                <a:cs typeface="Consolas"/>
              </a:rPr>
              <a:t>l</a:t>
            </a:r>
            <a:r>
              <a:rPr sz="1150" spc="380">
                <a:solidFill>
                  <a:srgbClr val="494F2A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50" spc="-310">
                <a:solidFill>
                  <a:srgbClr val="1F1C03"/>
                </a:solidFill>
                <a:latin typeface="Consolas"/>
                <a:ea typeface="Consolas"/>
                <a:cs typeface="Consolas"/>
              </a:rPr>
              <a:t>—</a:t>
            </a:r>
            <a:r>
              <a:rPr sz="1150" spc="5">
                <a:solidFill>
                  <a:srgbClr val="1F1C03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150">
                <a:solidFill>
                  <a:srgbClr val="7C6944"/>
                </a:solidFill>
                <a:latin typeface="Consolas"/>
                <a:ea typeface="Consolas"/>
                <a:cs typeface="Consolas"/>
              </a:rPr>
              <a:t>T</a:t>
            </a:r>
            <a:r>
              <a:rPr sz="1150" spc="-330">
                <a:solidFill>
                  <a:srgbClr val="7C694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50" spc="60">
                <a:solidFill>
                  <a:srgbClr val="2F1A00"/>
                </a:solidFill>
                <a:latin typeface="Consolas"/>
                <a:ea typeface="Consolas"/>
                <a:cs typeface="Consolas"/>
              </a:rPr>
              <a:t>H</a:t>
            </a:r>
            <a:r>
              <a:rPr sz="1150" spc="-315">
                <a:solidFill>
                  <a:srgbClr val="2F1A0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50" spc="60">
                <a:solidFill>
                  <a:srgbClr val="362100"/>
                </a:solidFill>
                <a:latin typeface="Consolas"/>
                <a:ea typeface="Consolas"/>
                <a:cs typeface="Consolas"/>
              </a:rPr>
              <a:t>E</a:t>
            </a:r>
            <a:r>
              <a:rPr sz="1150" spc="150">
                <a:solidFill>
                  <a:srgbClr val="36210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50">
                <a:solidFill>
                  <a:srgbClr val="2F1C00"/>
                </a:solidFill>
                <a:latin typeface="Consolas"/>
                <a:ea typeface="Consolas"/>
                <a:cs typeface="Consolas"/>
              </a:rPr>
              <a:t>P</a:t>
            </a:r>
            <a:r>
              <a:rPr sz="1150" spc="-180">
                <a:solidFill>
                  <a:srgbClr val="2F1C0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50" spc="-114">
                <a:solidFill>
                  <a:srgbClr val="38180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150" spc="-305">
                <a:solidFill>
                  <a:srgbClr val="38180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50">
                <a:solidFill>
                  <a:srgbClr val="232100"/>
                </a:solidFill>
                <a:latin typeface="Consolas"/>
                <a:ea typeface="Consolas"/>
                <a:cs typeface="Consolas"/>
              </a:rPr>
              <a:t>OP</a:t>
            </a:r>
            <a:r>
              <a:rPr sz="1150" spc="290">
                <a:solidFill>
                  <a:srgbClr val="23210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50">
                <a:solidFill>
                  <a:srgbClr val="2D1D00"/>
                </a:solidFill>
                <a:latin typeface="Consolas"/>
                <a:ea typeface="Consolas"/>
                <a:cs typeface="Consolas"/>
              </a:rPr>
              <a:t>L</a:t>
            </a:r>
            <a:r>
              <a:rPr sz="1150" spc="-375">
                <a:solidFill>
                  <a:srgbClr val="2D1D0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50" spc="-50">
                <a:solidFill>
                  <a:srgbClr val="C1A560"/>
                </a:solidFill>
                <a:latin typeface="Consolas"/>
                <a:ea typeface="Consolas"/>
                <a:cs typeface="Consolas"/>
              </a:rPr>
              <a:t>E</a:t>
            </a:r>
            <a:endParaRPr sz="1150">
              <a:latin typeface="Consolas"/>
              <a:ea typeface="Consolas"/>
              <a:cs typeface="Consolas"/>
            </a:endParaRPr>
          </a:p>
        </p:txBody>
      </p:sp>
      <p:pic>
        <p:nvPicPr>
          <p:cNvPr id="76" name="objec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e7d4124a4344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35" y="1235564"/>
            <a:ext cx="20098864" cy="382187"/>
          </a:xfrm>
          <a:prstGeom xmlns:a="http://schemas.openxmlformats.org/drawingml/2006/main" prst="rect">
            <a:avLst/>
          </a:prstGeom>
        </p:spPr>
      </p:pic>
      <p:sp>
        <p:nvSpPr>
          <p:cNvPr id="11" name="object 11">
            <a:extLst xmlns:a="http://schemas.openxmlformats.org/drawingml/2006/main">
              <a:ext uri="{FF2B5EF4-FFF2-40B4-BE49-F238E27FC236}">
                <a16:creationId xmlns:a16="http://schemas.microsoft.com/office/drawing/2014/main" id="{348F2640-D984-4F44-8346-94A3AE053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5" y="2162237"/>
            <a:ext cx="20093940" cy="115570"/>
          </a:xfrm>
          <a:custGeom xmlns:a="http://schemas.openxmlformats.org/drawingml/2006/main">
            <a:rect l="l" t="t" r="r" b="b"/>
            <a:pathLst>
              <a:path w="20093940" h="115569">
                <a:moveTo>
                  <a:pt x="20093629" y="115179"/>
                </a:moveTo>
                <a:lnTo>
                  <a:pt x="0" y="115179"/>
                </a:lnTo>
                <a:lnTo>
                  <a:pt x="0" y="0"/>
                </a:lnTo>
                <a:lnTo>
                  <a:pt x="20093629" y="0"/>
                </a:lnTo>
                <a:lnTo>
                  <a:pt x="20093629" y="115179"/>
                </a:lnTo>
                <a:close/>
              </a:path>
            </a:pathLst>
          </a:custGeom>
          <a:solidFill xmlns:a="http://schemas.openxmlformats.org/drawingml/2006/main">
            <a:srgbClr val="0A1613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07A797D9-FA9E-4836-A85B-E8BA777A9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5" y="2465893"/>
            <a:ext cx="20093940" cy="241300"/>
          </a:xfrm>
          <a:custGeom xmlns:a="http://schemas.openxmlformats.org/drawingml/2006/main">
            <a:rect l="l" t="t" r="r" b="b"/>
            <a:pathLst>
              <a:path w="20093940" h="241300">
                <a:moveTo>
                  <a:pt x="20093629" y="240830"/>
                </a:moveTo>
                <a:lnTo>
                  <a:pt x="0" y="240830"/>
                </a:lnTo>
                <a:lnTo>
                  <a:pt x="0" y="0"/>
                </a:lnTo>
                <a:lnTo>
                  <a:pt x="20093629" y="0"/>
                </a:lnTo>
                <a:lnTo>
                  <a:pt x="20093629" y="240830"/>
                </a:lnTo>
                <a:close/>
              </a:path>
            </a:pathLst>
          </a:custGeom>
          <a:solidFill xmlns:a="http://schemas.openxmlformats.org/drawingml/2006/main">
            <a:srgbClr val="0A1613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99FCE4C0-7AAF-4AF1-8349-DD99408D8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1695" y="2070341"/>
            <a:ext cx="4002404" cy="7105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52705" rIns="0" bIns="0">
            <a:spAutoFit/>
          </a:bodyPr>
          <a:lstStyle xmlns:a="http://schemas.openxmlformats.org/drawingml/2006/main"/>
          <a:p xmlns:a="http://schemas.openxmlformats.org/drawingml/2006/main">
            <a:pPr marL="13970">
              <a:lnSpc>
                <a:spcPct val="100000"/>
              </a:lnSpc>
              <a:spcBef>
                <a:spcPts val="415"/>
              </a:spcBef>
              <a:buNone/>
              <a:tabLst>
                <a:tab pos="2732405" algn="l"/>
              </a:tabLst>
            </a:pPr>
            <a:r>
              <a:rPr sz="1050">
                <a:solidFill>
                  <a:srgbClr val="726436"/>
                </a:solidFill>
                <a:latin typeface="Arial MT"/>
                <a:ea typeface="Arial MT"/>
                <a:cs typeface="Arial MT"/>
              </a:rPr>
              <a:t>C</a:t>
            </a:r>
            <a:r>
              <a:rPr sz="1050" spc="-20">
                <a:solidFill>
                  <a:srgbClr val="726436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050">
                <a:solidFill>
                  <a:srgbClr val="7E6B44"/>
                </a:solidFill>
                <a:latin typeface="Arial MT"/>
                <a:ea typeface="Arial MT"/>
                <a:cs typeface="Arial MT"/>
              </a:rPr>
              <a:t>O</a:t>
            </a:r>
            <a:r>
              <a:rPr sz="1050" spc="65">
                <a:solidFill>
                  <a:srgbClr val="7E6B44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050">
                <a:solidFill>
                  <a:srgbClr val="1D1C01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1050" spc="50">
                <a:solidFill>
                  <a:srgbClr val="1D1C01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050">
                <a:solidFill>
                  <a:srgbClr val="231A00"/>
                </a:solidFill>
                <a:latin typeface="Arial MT"/>
                <a:ea typeface="Arial MT"/>
                <a:cs typeface="Arial MT"/>
              </a:rPr>
              <a:t>F</a:t>
            </a:r>
            <a:r>
              <a:rPr sz="1050" spc="-20">
                <a:solidFill>
                  <a:srgbClr val="231A00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050">
                <a:solidFill>
                  <a:srgbClr val="77703F"/>
                </a:solidFill>
                <a:latin typeface="Arial MT"/>
                <a:ea typeface="Arial MT"/>
                <a:cs typeface="Arial MT"/>
              </a:rPr>
              <a:t>O</a:t>
            </a:r>
            <a:r>
              <a:rPr sz="1050" spc="-20">
                <a:solidFill>
                  <a:srgbClr val="77703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050">
                <a:solidFill>
                  <a:srgbClr val="796431"/>
                </a:solidFill>
                <a:latin typeface="Arial MT"/>
                <a:ea typeface="Arial MT"/>
                <a:cs typeface="Arial MT"/>
              </a:rPr>
              <a:t>U</a:t>
            </a:r>
            <a:r>
              <a:rPr sz="1050" spc="30">
                <a:solidFill>
                  <a:srgbClr val="796431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050">
                <a:solidFill>
                  <a:srgbClr val="2A1C00"/>
                </a:solidFill>
                <a:latin typeface="Arial MT"/>
                <a:ea typeface="Arial MT"/>
                <a:cs typeface="Arial MT"/>
              </a:rPr>
              <a:t>N</a:t>
            </a:r>
            <a:r>
              <a:rPr sz="1050" spc="-15">
                <a:solidFill>
                  <a:srgbClr val="2A1C00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050">
                <a:solidFill>
                  <a:srgbClr val="211C05"/>
                </a:solidFill>
                <a:latin typeface="Arial MT"/>
                <a:ea typeface="Arial MT"/>
                <a:cs typeface="Arial MT"/>
              </a:rPr>
              <a:t>D</a:t>
            </a:r>
            <a:r>
              <a:rPr sz="1050" spc="5">
                <a:solidFill>
                  <a:srgbClr val="211C05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050">
                <a:solidFill>
                  <a:srgbClr val="2B1800"/>
                </a:solidFill>
                <a:latin typeface="Arial MT"/>
                <a:ea typeface="Arial MT"/>
                <a:cs typeface="Arial MT"/>
              </a:rPr>
              <a:t>E</a:t>
            </a:r>
            <a:r>
              <a:rPr sz="1050" spc="65">
                <a:solidFill>
                  <a:srgbClr val="2B1800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050">
                <a:solidFill>
                  <a:srgbClr val="1D1800"/>
                </a:solidFill>
                <a:latin typeface="Arial MT"/>
                <a:ea typeface="Arial MT"/>
                <a:cs typeface="Arial MT"/>
              </a:rPr>
              <a:t>B</a:t>
            </a:r>
            <a:r>
              <a:rPr sz="1050" spc="105">
                <a:solidFill>
                  <a:srgbClr val="1D1800"/>
                </a:solidFill>
                <a:latin typeface="Arial MT"/>
                <a:ea typeface="Arial MT"/>
                <a:cs typeface="Arial MT"/>
              </a:rPr>
              <a:t>  </a:t>
            </a:r>
            <a:r>
              <a:rPr sz="1050">
                <a:solidFill>
                  <a:srgbClr val="423F16"/>
                </a:solidFill>
                <a:latin typeface="Arial MT"/>
                <a:ea typeface="Arial MT"/>
                <a:cs typeface="Arial MT"/>
              </a:rPr>
              <a:t>&amp;</a:t>
            </a:r>
            <a:r>
              <a:rPr sz="1050" spc="140">
                <a:solidFill>
                  <a:srgbClr val="423F16"/>
                </a:solidFill>
                <a:latin typeface="Arial MT"/>
                <a:ea typeface="Arial MT"/>
                <a:cs typeface="Arial MT"/>
              </a:rPr>
              <a:t>  </a:t>
            </a:r>
            <a:r>
              <a:rPr sz="1050">
                <a:solidFill>
                  <a:srgbClr val="161C00"/>
                </a:solidFill>
                <a:latin typeface="Arial MT"/>
                <a:ea typeface="Arial MT"/>
                <a:cs typeface="Arial MT"/>
              </a:rPr>
              <a:t>D</a:t>
            </a:r>
            <a:r>
              <a:rPr sz="1050" spc="-10">
                <a:solidFill>
                  <a:srgbClr val="161C00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050">
                <a:solidFill>
                  <a:srgbClr val="1F1C00"/>
                </a:solidFill>
                <a:latin typeface="Arial MT"/>
                <a:ea typeface="Arial MT"/>
                <a:cs typeface="Arial MT"/>
              </a:rPr>
              <a:t>I</a:t>
            </a:r>
            <a:r>
              <a:rPr sz="1050" spc="-65">
                <a:solidFill>
                  <a:srgbClr val="1F1C00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050" spc="-175">
                <a:solidFill>
                  <a:srgbClr val="1C1F05"/>
                </a:solidFill>
                <a:latin typeface="Arial MT"/>
                <a:ea typeface="Arial MT"/>
                <a:cs typeface="Arial MT"/>
              </a:rPr>
              <a:t>R</a:t>
            </a:r>
            <a:r>
              <a:rPr sz="1050" spc="50">
                <a:solidFill>
                  <a:srgbClr val="1C1F05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050">
                <a:solidFill>
                  <a:srgbClr val="261800"/>
                </a:solidFill>
                <a:latin typeface="Arial MT"/>
                <a:ea typeface="Arial MT"/>
                <a:cs typeface="Arial MT"/>
              </a:rPr>
              <a:t>E</a:t>
            </a:r>
            <a:r>
              <a:rPr sz="1050" spc="50">
                <a:solidFill>
                  <a:srgbClr val="261800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050">
                <a:solidFill>
                  <a:srgbClr val="87804B"/>
                </a:solidFill>
                <a:latin typeface="Arial MT"/>
                <a:ea typeface="Arial MT"/>
                <a:cs typeface="Arial MT"/>
              </a:rPr>
              <a:t>C</a:t>
            </a:r>
            <a:r>
              <a:rPr sz="1050" spc="50">
                <a:solidFill>
                  <a:srgbClr val="87804B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050" spc="-35">
                <a:solidFill>
                  <a:srgbClr val="756E3F"/>
                </a:solidFill>
                <a:latin typeface="Arial MT"/>
                <a:ea typeface="Arial MT"/>
                <a:cs typeface="Arial MT"/>
              </a:rPr>
              <a:t>T</a:t>
            </a:r>
            <a:r>
              <a:rPr sz="1050" spc="-65">
                <a:solidFill>
                  <a:srgbClr val="756E3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050">
                <a:solidFill>
                  <a:srgbClr val="726D33"/>
                </a:solidFill>
                <a:latin typeface="Arial MT"/>
                <a:ea typeface="Arial MT"/>
                <a:cs typeface="Arial MT"/>
              </a:rPr>
              <a:t>O</a:t>
            </a:r>
            <a:r>
              <a:rPr sz="1050" spc="20">
                <a:solidFill>
                  <a:srgbClr val="726D33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050" spc="-50">
                <a:solidFill>
                  <a:srgbClr val="262103"/>
                </a:solidFill>
                <a:latin typeface="Arial MT"/>
                <a:ea typeface="Arial MT"/>
                <a:cs typeface="Arial MT"/>
              </a:rPr>
              <a:t>R</a:t>
            </a:r>
            <a:r>
              <a:rPr sz="1050">
                <a:solidFill>
                  <a:srgbClr val="262103"/>
                </a:solidFill>
                <a:latin typeface="Arial MT"/>
                <a:ea typeface="Arial MT"/>
                <a:cs typeface="Arial MT"/>
              </a:rPr>
              <a:t>	</a:t>
            </a:r>
            <a:r>
              <a:rPr sz="1050">
                <a:solidFill>
                  <a:srgbClr val="B5A162"/>
                </a:solidFill>
                <a:latin typeface="Arial MT"/>
                <a:ea typeface="Arial MT"/>
                <a:cs typeface="Arial MT"/>
              </a:rPr>
              <a:t>D</a:t>
            </a:r>
            <a:r>
              <a:rPr sz="1050" spc="-30">
                <a:solidFill>
                  <a:srgbClr val="B5A16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050">
                <a:solidFill>
                  <a:srgbClr val="231D00"/>
                </a:solidFill>
                <a:latin typeface="Arial MT"/>
                <a:ea typeface="Arial MT"/>
                <a:cs typeface="Arial MT"/>
              </a:rPr>
              <a:t>I</a:t>
            </a:r>
            <a:r>
              <a:rPr sz="1050" spc="-60">
                <a:solidFill>
                  <a:srgbClr val="231D00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050">
                <a:solidFill>
                  <a:srgbClr val="182103"/>
                </a:solidFill>
                <a:latin typeface="Arial MT"/>
                <a:ea typeface="Arial MT"/>
                <a:cs typeface="Arial MT"/>
              </a:rPr>
              <a:t>N</a:t>
            </a:r>
            <a:r>
              <a:rPr sz="1050" spc="445">
                <a:solidFill>
                  <a:srgbClr val="182103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050" spc="-85">
                <a:solidFill>
                  <a:srgbClr val="BFAA6B"/>
                </a:solidFill>
                <a:latin typeface="Arial MT"/>
                <a:ea typeface="Arial MT"/>
                <a:cs typeface="Arial MT"/>
              </a:rPr>
              <a:t>1</a:t>
            </a:r>
            <a:r>
              <a:rPr sz="1050" spc="-30">
                <a:solidFill>
                  <a:srgbClr val="BFAA6B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050">
                <a:solidFill>
                  <a:srgbClr val="1F1C03"/>
                </a:solidFill>
                <a:latin typeface="Arial MT"/>
                <a:ea typeface="Arial MT"/>
                <a:cs typeface="Arial MT"/>
              </a:rPr>
              <a:t>0</a:t>
            </a:r>
            <a:r>
              <a:rPr sz="1050" spc="120">
                <a:solidFill>
                  <a:srgbClr val="1F1C03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050">
                <a:solidFill>
                  <a:srgbClr val="46421F"/>
                </a:solidFill>
                <a:latin typeface="Arial MT"/>
                <a:ea typeface="Arial MT"/>
                <a:cs typeface="Arial MT"/>
              </a:rPr>
              <a:t>1</a:t>
            </a:r>
            <a:r>
              <a:rPr sz="1050" spc="25">
                <a:solidFill>
                  <a:srgbClr val="46421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050">
                <a:solidFill>
                  <a:srgbClr val="232100"/>
                </a:solidFill>
                <a:latin typeface="Arial MT"/>
                <a:ea typeface="Arial MT"/>
                <a:cs typeface="Arial MT"/>
              </a:rPr>
              <a:t>5</a:t>
            </a:r>
            <a:r>
              <a:rPr sz="1050" spc="25">
                <a:solidFill>
                  <a:srgbClr val="232100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050">
                <a:solidFill>
                  <a:srgbClr val="564D1A"/>
                </a:solidFill>
                <a:latin typeface="Arial MT"/>
                <a:ea typeface="Arial MT"/>
                <a:cs typeface="Arial MT"/>
              </a:rPr>
              <a:t>4</a:t>
            </a:r>
            <a:r>
              <a:rPr sz="1050" spc="20">
                <a:solidFill>
                  <a:srgbClr val="564D1A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050">
                <a:solidFill>
                  <a:srgbClr val="C6A34D"/>
                </a:solidFill>
                <a:latin typeface="Arial MT"/>
                <a:ea typeface="Arial MT"/>
                <a:cs typeface="Arial MT"/>
              </a:rPr>
              <a:t>2</a:t>
            </a:r>
            <a:r>
              <a:rPr sz="1050" spc="45">
                <a:solidFill>
                  <a:srgbClr val="C6A34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050">
                <a:solidFill>
                  <a:srgbClr val="52422B"/>
                </a:solidFill>
                <a:latin typeface="Arial MT"/>
                <a:ea typeface="Arial MT"/>
                <a:cs typeface="Arial MT"/>
              </a:rPr>
              <a:t>4</a:t>
            </a:r>
            <a:r>
              <a:rPr sz="1050" spc="-70">
                <a:solidFill>
                  <a:srgbClr val="52422B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050" spc="-50">
                <a:solidFill>
                  <a:srgbClr val="BFAA60"/>
                </a:solidFill>
                <a:latin typeface="Arial MT"/>
                <a:ea typeface="Arial MT"/>
                <a:cs typeface="Arial MT"/>
              </a:rPr>
              <a:t>7</a:t>
            </a:r>
            <a:endParaRPr sz="1050">
              <a:latin typeface="Arial MT"/>
              <a:ea typeface="Arial MT"/>
              <a:cs typeface="Arial MT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695"/>
              </a:spcBef>
              <a:buNone/>
            </a:pPr>
            <a:r>
              <a:rPr sz="2600">
                <a:solidFill>
                  <a:srgbClr val="E2D1A5"/>
                </a:solidFill>
                <a:latin typeface="Cambria"/>
                <a:ea typeface="Cambria"/>
                <a:cs typeface="Cambria"/>
              </a:rPr>
              <a:t>Needa</a:t>
            </a:r>
            <a:r>
              <a:rPr sz="2600" spc="120">
                <a:solidFill>
                  <a:srgbClr val="E2D1A5"/>
                </a:solidFill>
                <a:latin typeface="Cambria"/>
                <a:ea typeface="Cambria"/>
                <a:cs typeface="Cambria"/>
              </a:rPr>
              <a:t> </a:t>
            </a:r>
            <a:r>
              <a:rPr sz="2600" spc="50">
                <a:solidFill>
                  <a:srgbClr val="E1D1A7"/>
                </a:solidFill>
                <a:latin typeface="Cambria"/>
                <a:ea typeface="Cambria"/>
                <a:cs typeface="Cambria"/>
              </a:rPr>
              <a:t>Kaiser</a:t>
            </a:r>
            <a:r>
              <a:rPr sz="2600" spc="175">
                <a:solidFill>
                  <a:srgbClr val="E1D1A7"/>
                </a:solidFill>
                <a:latin typeface="Cambria"/>
                <a:ea typeface="Cambria"/>
                <a:cs typeface="Cambria"/>
              </a:rPr>
              <a:t> </a:t>
            </a:r>
            <a:r>
              <a:rPr sz="2600" spc="70">
                <a:solidFill>
                  <a:srgbClr val="E2D1A5"/>
                </a:solidFill>
                <a:latin typeface="Cambria"/>
                <a:ea typeface="Cambria"/>
                <a:cs typeface="Cambria"/>
              </a:rPr>
              <a:t>Shaikh</a:t>
            </a:r>
            <a:endParaRPr sz="2600">
              <a:latin typeface="Cambria"/>
              <a:ea typeface="Cambria"/>
              <a:cs typeface="Cambria"/>
            </a:endParaRPr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8900E8AC-0D8F-43CE-A82A-B7C459441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5" y="2968495"/>
            <a:ext cx="20093940" cy="152400"/>
          </a:xfrm>
          <a:custGeom xmlns:a="http://schemas.openxmlformats.org/drawingml/2006/main">
            <a:rect l="l" t="t" r="r" b="b"/>
            <a:pathLst>
              <a:path w="20093940" h="152400">
                <a:moveTo>
                  <a:pt x="20093629" y="151827"/>
                </a:moveTo>
                <a:lnTo>
                  <a:pt x="0" y="151827"/>
                </a:lnTo>
                <a:lnTo>
                  <a:pt x="0" y="0"/>
                </a:lnTo>
                <a:lnTo>
                  <a:pt x="20093629" y="0"/>
                </a:lnTo>
                <a:lnTo>
                  <a:pt x="20093629" y="151827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5" name="object 15">
            <a:extLst xmlns:a="http://schemas.openxmlformats.org/drawingml/2006/main">
              <a:ext uri="{FF2B5EF4-FFF2-40B4-BE49-F238E27FC236}">
                <a16:creationId xmlns:a16="http://schemas.microsoft.com/office/drawing/2014/main" id="{1888BE74-83B4-4498-AFD3-9EF2491E4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6962" y="2913185"/>
            <a:ext cx="8078470" cy="2152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143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90"/>
              </a:spcBef>
              <a:buNone/>
            </a:pPr>
            <a:r>
              <a:rPr sz="1250" spc="-20">
                <a:solidFill>
                  <a:srgbClr val="D8D8D8"/>
                </a:solidFill>
                <a:latin typeface="Arial MT"/>
                <a:ea typeface="Arial MT"/>
                <a:cs typeface="Arial MT"/>
              </a:rPr>
              <a:t>G</a:t>
            </a:r>
            <a:r>
              <a:rPr sz="1250" spc="-20">
                <a:solidFill>
                  <a:srgbClr val="DDDDDD"/>
                </a:solidFill>
                <a:latin typeface="Arial MT"/>
                <a:ea typeface="Arial MT"/>
                <a:cs typeface="Arial MT"/>
              </a:rPr>
              <a:t>overnonce,</a:t>
            </a:r>
            <a:r>
              <a:rPr sz="1250" spc="-65">
                <a:solidFill>
                  <a:srgbClr val="DDDDD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250" spc="-25">
                <a:solidFill>
                  <a:srgbClr val="DDDDDD"/>
                </a:solidFill>
                <a:latin typeface="Arial MT"/>
                <a:ea typeface="Arial MT"/>
                <a:cs typeface="Arial MT"/>
              </a:rPr>
              <a:t>security</a:t>
            </a:r>
            <a:r>
              <a:rPr sz="1250" spc="50">
                <a:solidFill>
                  <a:srgbClr val="DDDDD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250" spc="-30">
                <a:solidFill>
                  <a:srgbClr val="DDDDDD"/>
                </a:solidFill>
                <a:latin typeface="Arial MT"/>
                <a:ea typeface="Arial MT"/>
                <a:cs typeface="Arial MT"/>
              </a:rPr>
              <a:t>posture,</a:t>
            </a:r>
            <a:r>
              <a:rPr sz="1250" spc="-60">
                <a:solidFill>
                  <a:srgbClr val="DDDDD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250">
                <a:solidFill>
                  <a:srgbClr val="DADADA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1250" spc="-35">
                <a:solidFill>
                  <a:srgbClr val="DADADA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250" spc="-20">
                <a:solidFill>
                  <a:srgbClr val="DFDFDF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1250" spc="-60">
                <a:solidFill>
                  <a:srgbClr val="DFDFD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250" spc="-75">
                <a:solidFill>
                  <a:srgbClr val="D8D8D8"/>
                </a:solidFill>
                <a:latin typeface="Arial MT"/>
                <a:ea typeface="Arial MT"/>
                <a:cs typeface="Arial MT"/>
              </a:rPr>
              <a:t>AI</a:t>
            </a:r>
            <a:r>
              <a:rPr sz="1250" spc="-60">
                <a:solidFill>
                  <a:srgbClr val="D8D8D8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250">
                <a:solidFill>
                  <a:srgbClr val="DDDDDD"/>
                </a:solidFill>
                <a:latin typeface="Arial MT"/>
                <a:ea typeface="Arial MT"/>
                <a:cs typeface="Arial MT"/>
              </a:rPr>
              <a:t>monitoring</a:t>
            </a:r>
            <a:r>
              <a:rPr sz="1250" spc="70">
                <a:solidFill>
                  <a:srgbClr val="DDDDD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250">
                <a:solidFill>
                  <a:srgbClr val="DBDBDB"/>
                </a:solidFill>
                <a:latin typeface="Arial MT"/>
                <a:ea typeface="Arial MT"/>
                <a:cs typeface="Arial MT"/>
              </a:rPr>
              <a:t>/</a:t>
            </a:r>
            <a:r>
              <a:rPr sz="1250" spc="-35">
                <a:solidFill>
                  <a:srgbClr val="DBDBDB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250" spc="-10">
                <a:solidFill>
                  <a:srgbClr val="D8D8D8"/>
                </a:solidFill>
                <a:latin typeface="Arial MT"/>
                <a:ea typeface="Arial MT"/>
                <a:cs typeface="Arial MT"/>
              </a:rPr>
              <a:t>evaluation </a:t>
            </a:r>
            <a:r>
              <a:rPr sz="1250">
                <a:solidFill>
                  <a:srgbClr val="DADADA"/>
                </a:solidFill>
                <a:latin typeface="Arial MT"/>
                <a:ea typeface="Arial MT"/>
                <a:cs typeface="Arial MT"/>
              </a:rPr>
              <a:t>layer.</a:t>
            </a:r>
            <a:r>
              <a:rPr sz="1250" spc="-15">
                <a:solidFill>
                  <a:srgbClr val="DADADA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250" spc="-20">
                <a:solidFill>
                  <a:srgbClr val="DDDDDD"/>
                </a:solidFill>
                <a:latin typeface="Arial MT"/>
                <a:ea typeface="Arial MT"/>
                <a:cs typeface="Arial MT"/>
              </a:rPr>
              <a:t>Woman</a:t>
            </a:r>
            <a:r>
              <a:rPr sz="1250" spc="-65">
                <a:solidFill>
                  <a:srgbClr val="DDDDD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250" spc="-100">
                <a:solidFill>
                  <a:srgbClr val="DFDFDF"/>
                </a:solidFill>
                <a:latin typeface="Arial MT"/>
                <a:ea typeface="Arial MT"/>
                <a:cs typeface="Arial MT"/>
              </a:rPr>
              <a:t>co—</a:t>
            </a:r>
            <a:r>
              <a:rPr sz="1250" spc="-55">
                <a:solidFill>
                  <a:srgbClr val="DFDFDF"/>
                </a:solidFill>
                <a:latin typeface="Arial MT"/>
                <a:ea typeface="Arial MT"/>
                <a:cs typeface="Arial MT"/>
              </a:rPr>
              <a:t>founded,</a:t>
            </a:r>
            <a:r>
              <a:rPr sz="1250" spc="40">
                <a:solidFill>
                  <a:srgbClr val="DFDFD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250" spc="-85">
                <a:solidFill>
                  <a:srgbClr val="DDDDDD"/>
                </a:solidFill>
                <a:latin typeface="Arial MT"/>
                <a:ea typeface="Arial MT"/>
                <a:cs typeface="Arial MT"/>
              </a:rPr>
              <a:t>DPllT—</a:t>
            </a:r>
            <a:r>
              <a:rPr sz="1250" spc="-70">
                <a:solidFill>
                  <a:srgbClr val="DDDDDD"/>
                </a:solidFill>
                <a:latin typeface="Arial MT"/>
                <a:ea typeface="Arial MT"/>
                <a:cs typeface="Arial MT"/>
              </a:rPr>
              <a:t>recognised</a:t>
            </a:r>
            <a:r>
              <a:rPr sz="1250" spc="-75">
                <a:solidFill>
                  <a:srgbClr val="DDDDD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250" spc="-10">
                <a:solidFill>
                  <a:srgbClr val="DDDDDD"/>
                </a:solidFill>
                <a:latin typeface="Arial MT"/>
                <a:ea typeface="Arial MT"/>
                <a:cs typeface="Arial MT"/>
              </a:rPr>
              <a:t>entity.</a:t>
            </a:r>
            <a:endParaRPr sz="1250">
              <a:latin typeface="Arial MT"/>
              <a:ea typeface="Arial MT"/>
              <a:cs typeface="Arial MT"/>
            </a:endParaRPr>
          </a:p>
        </p:txBody>
      </p:sp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C7023859-2513-445F-B8CB-8566BD7E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5" y="3261680"/>
            <a:ext cx="20093940" cy="78740"/>
          </a:xfrm>
          <a:custGeom xmlns:a="http://schemas.openxmlformats.org/drawingml/2006/main">
            <a:rect l="l" t="t" r="r" b="b"/>
            <a:pathLst>
              <a:path w="20093940" h="78739">
                <a:moveTo>
                  <a:pt x="20093629" y="78531"/>
                </a:moveTo>
                <a:lnTo>
                  <a:pt x="0" y="78531"/>
                </a:lnTo>
                <a:lnTo>
                  <a:pt x="0" y="0"/>
                </a:lnTo>
                <a:lnTo>
                  <a:pt x="20093629" y="0"/>
                </a:lnTo>
                <a:lnTo>
                  <a:pt x="20093629" y="78531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7" name="object 17">
            <a:extLst xmlns:a="http://schemas.openxmlformats.org/drawingml/2006/main">
              <a:ext uri="{FF2B5EF4-FFF2-40B4-BE49-F238E27FC236}">
                <a16:creationId xmlns:a16="http://schemas.microsoft.com/office/drawing/2014/main" id="{2C8F85F6-9EA8-43DD-B891-BB44F59CD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638" y="2072968"/>
            <a:ext cx="8792845" cy="13074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5016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395"/>
              </a:spcBef>
              <a:buNone/>
              <a:tabLst>
                <a:tab pos="1741170" algn="l"/>
              </a:tabLst>
            </a:pPr>
            <a:r>
              <a:rPr sz="1050">
                <a:solidFill>
                  <a:srgbClr val="1F1C00"/>
                </a:solidFill>
                <a:latin typeface="Arial MT"/>
                <a:ea typeface="Arial MT"/>
                <a:cs typeface="Arial MT"/>
              </a:rPr>
              <a:t>F</a:t>
            </a:r>
            <a:r>
              <a:rPr sz="1050" spc="-55">
                <a:solidFill>
                  <a:srgbClr val="1F1C00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050">
                <a:solidFill>
                  <a:srgbClr val="6B5E2A"/>
                </a:solidFill>
                <a:latin typeface="Arial MT"/>
                <a:ea typeface="Arial MT"/>
                <a:cs typeface="Arial MT"/>
              </a:rPr>
              <a:t>O</a:t>
            </a:r>
            <a:r>
              <a:rPr sz="1050" spc="10">
                <a:solidFill>
                  <a:srgbClr val="6B5E2A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050">
                <a:solidFill>
                  <a:srgbClr val="706436"/>
                </a:solidFill>
                <a:latin typeface="Arial MT"/>
                <a:ea typeface="Arial MT"/>
                <a:cs typeface="Arial MT"/>
              </a:rPr>
              <a:t>U</a:t>
            </a:r>
            <a:r>
              <a:rPr sz="1050" spc="-15">
                <a:solidFill>
                  <a:srgbClr val="706436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050">
                <a:solidFill>
                  <a:srgbClr val="211F00"/>
                </a:solidFill>
                <a:latin typeface="Arial MT"/>
                <a:ea typeface="Arial MT"/>
                <a:cs typeface="Arial MT"/>
              </a:rPr>
              <a:t>N</a:t>
            </a:r>
            <a:r>
              <a:rPr sz="1050" spc="-20">
                <a:solidFill>
                  <a:srgbClr val="211F00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050">
                <a:solidFill>
                  <a:srgbClr val="231C00"/>
                </a:solidFill>
                <a:latin typeface="Arial MT"/>
                <a:ea typeface="Arial MT"/>
                <a:cs typeface="Arial MT"/>
              </a:rPr>
              <a:t>D</a:t>
            </a:r>
            <a:r>
              <a:rPr sz="1050" spc="-5">
                <a:solidFill>
                  <a:srgbClr val="231C00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050">
                <a:solidFill>
                  <a:srgbClr val="2D2100"/>
                </a:solidFill>
                <a:latin typeface="Arial MT"/>
                <a:ea typeface="Arial MT"/>
                <a:cs typeface="Arial MT"/>
              </a:rPr>
              <a:t>E</a:t>
            </a:r>
            <a:r>
              <a:rPr sz="1050" spc="55">
                <a:solidFill>
                  <a:srgbClr val="2D2100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050" spc="-175">
                <a:solidFill>
                  <a:srgbClr val="1A1A00"/>
                </a:solidFill>
                <a:latin typeface="Arial MT"/>
                <a:ea typeface="Arial MT"/>
                <a:cs typeface="Arial MT"/>
              </a:rPr>
              <a:t>R</a:t>
            </a:r>
            <a:r>
              <a:rPr sz="1050" spc="45">
                <a:solidFill>
                  <a:srgbClr val="1A1A00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050">
                <a:solidFill>
                  <a:srgbClr val="151A00"/>
                </a:solidFill>
                <a:latin typeface="Arial MT"/>
                <a:ea typeface="Arial MT"/>
                <a:cs typeface="Arial MT"/>
              </a:rPr>
              <a:t>,</a:t>
            </a:r>
            <a:r>
              <a:rPr sz="1050" spc="490">
                <a:solidFill>
                  <a:srgbClr val="151A00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050">
                <a:solidFill>
                  <a:srgbClr val="70693B"/>
                </a:solidFill>
                <a:latin typeface="Arial MT"/>
                <a:ea typeface="Arial MT"/>
                <a:cs typeface="Arial MT"/>
              </a:rPr>
              <a:t>C</a:t>
            </a:r>
            <a:r>
              <a:rPr sz="1050" spc="25">
                <a:solidFill>
                  <a:srgbClr val="70693B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050">
                <a:solidFill>
                  <a:srgbClr val="211C00"/>
                </a:solidFill>
                <a:latin typeface="Arial MT"/>
                <a:ea typeface="Arial MT"/>
                <a:cs typeface="Arial MT"/>
              </a:rPr>
              <a:t>E</a:t>
            </a:r>
            <a:r>
              <a:rPr sz="1050" spc="10">
                <a:solidFill>
                  <a:srgbClr val="211C00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050" spc="-50">
                <a:solidFill>
                  <a:srgbClr val="776E3D"/>
                </a:solidFill>
                <a:latin typeface="Arial MT"/>
                <a:ea typeface="Arial MT"/>
                <a:cs typeface="Arial MT"/>
              </a:rPr>
              <a:t>O</a:t>
            </a:r>
            <a:r>
              <a:rPr sz="1050">
                <a:solidFill>
                  <a:srgbClr val="776E3D"/>
                </a:solidFill>
                <a:latin typeface="Arial MT"/>
                <a:ea typeface="Arial MT"/>
                <a:cs typeface="Arial MT"/>
              </a:rPr>
              <a:t>	</a:t>
            </a:r>
            <a:r>
              <a:rPr sz="1050">
                <a:solidFill>
                  <a:srgbClr val="151F00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1050" spc="-70">
                <a:solidFill>
                  <a:srgbClr val="151F00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050">
                <a:solidFill>
                  <a:srgbClr val="211D00"/>
                </a:solidFill>
                <a:latin typeface="Arial MT"/>
                <a:ea typeface="Arial MT"/>
                <a:cs typeface="Arial MT"/>
              </a:rPr>
              <a:t>P</a:t>
            </a:r>
            <a:r>
              <a:rPr sz="1050" spc="35">
                <a:solidFill>
                  <a:srgbClr val="211D00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050">
                <a:solidFill>
                  <a:srgbClr val="231D00"/>
                </a:solidFill>
                <a:latin typeface="Arial MT"/>
                <a:ea typeface="Arial MT"/>
                <a:cs typeface="Arial MT"/>
              </a:rPr>
              <a:t>P</a:t>
            </a:r>
            <a:r>
              <a:rPr sz="1050" spc="20">
                <a:solidFill>
                  <a:srgbClr val="231D00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050">
                <a:solidFill>
                  <a:srgbClr val="261A00"/>
                </a:solidFill>
                <a:latin typeface="Arial MT"/>
                <a:ea typeface="Arial MT"/>
                <a:cs typeface="Arial MT"/>
              </a:rPr>
              <a:t>L</a:t>
            </a:r>
            <a:r>
              <a:rPr sz="1050" spc="-45">
                <a:solidFill>
                  <a:srgbClr val="261A00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050">
                <a:solidFill>
                  <a:srgbClr val="1F1C00"/>
                </a:solidFill>
                <a:latin typeface="Arial MT"/>
                <a:ea typeface="Arial MT"/>
                <a:cs typeface="Arial MT"/>
              </a:rPr>
              <a:t>I</a:t>
            </a:r>
            <a:r>
              <a:rPr sz="1050" spc="-20">
                <a:solidFill>
                  <a:srgbClr val="1F1C00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050">
                <a:solidFill>
                  <a:srgbClr val="2A1C00"/>
                </a:solidFill>
                <a:latin typeface="Arial MT"/>
                <a:ea typeface="Arial MT"/>
                <a:cs typeface="Arial MT"/>
              </a:rPr>
              <a:t>E</a:t>
            </a:r>
            <a:r>
              <a:rPr sz="1050" spc="5">
                <a:solidFill>
                  <a:srgbClr val="2A1C00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050">
                <a:solidFill>
                  <a:srgbClr val="1F1A03"/>
                </a:solidFill>
                <a:latin typeface="Arial MT"/>
                <a:ea typeface="Arial MT"/>
                <a:cs typeface="Arial MT"/>
              </a:rPr>
              <a:t>D</a:t>
            </a:r>
            <a:r>
              <a:rPr sz="1050" spc="484">
                <a:solidFill>
                  <a:srgbClr val="1F1A03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050">
                <a:solidFill>
                  <a:srgbClr val="7B6D3D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1050" spc="25">
                <a:solidFill>
                  <a:srgbClr val="7B6D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050">
                <a:solidFill>
                  <a:srgbClr val="1C1C03"/>
                </a:solidFill>
                <a:latin typeface="Arial MT"/>
                <a:ea typeface="Arial MT"/>
                <a:cs typeface="Arial MT"/>
              </a:rPr>
              <a:t>I</a:t>
            </a:r>
            <a:r>
              <a:rPr sz="1050" spc="450">
                <a:solidFill>
                  <a:srgbClr val="1C1C03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050">
                <a:solidFill>
                  <a:srgbClr val="BDA569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1050" spc="40">
                <a:solidFill>
                  <a:srgbClr val="BDA569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050" spc="-175">
                <a:solidFill>
                  <a:srgbClr val="B3A562"/>
                </a:solidFill>
                <a:latin typeface="Arial MT"/>
                <a:ea typeface="Arial MT"/>
                <a:cs typeface="Arial MT"/>
              </a:rPr>
              <a:t>R</a:t>
            </a:r>
            <a:r>
              <a:rPr sz="1050" spc="40">
                <a:solidFill>
                  <a:srgbClr val="B3A56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050">
                <a:solidFill>
                  <a:srgbClr val="6E662F"/>
                </a:solidFill>
                <a:latin typeface="Arial MT"/>
                <a:ea typeface="Arial MT"/>
                <a:cs typeface="Arial MT"/>
              </a:rPr>
              <a:t>C</a:t>
            </a:r>
            <a:r>
              <a:rPr sz="1050" spc="5">
                <a:solidFill>
                  <a:srgbClr val="6E662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050" spc="-150">
                <a:solidFill>
                  <a:srgbClr val="1C1C01"/>
                </a:solidFill>
                <a:latin typeface="Arial MT"/>
                <a:ea typeface="Arial MT"/>
                <a:cs typeface="Arial MT"/>
              </a:rPr>
              <a:t>I-</a:t>
            </a:r>
            <a:r>
              <a:rPr sz="1050" spc="-240">
                <a:solidFill>
                  <a:srgbClr val="1C1C01"/>
                </a:solidFill>
                <a:latin typeface="Arial MT"/>
                <a:ea typeface="Arial MT"/>
                <a:cs typeface="Arial MT"/>
              </a:rPr>
              <a:t>J</a:t>
            </a:r>
            <a:r>
              <a:rPr sz="1050" spc="75">
                <a:solidFill>
                  <a:srgbClr val="1C1C01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050">
                <a:solidFill>
                  <a:srgbClr val="1F1C00"/>
                </a:solidFill>
                <a:latin typeface="Arial MT"/>
                <a:ea typeface="Arial MT"/>
                <a:cs typeface="Arial MT"/>
              </a:rPr>
              <a:t>I</a:t>
            </a:r>
            <a:r>
              <a:rPr sz="1050" spc="85">
                <a:solidFill>
                  <a:srgbClr val="1F1C00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050">
                <a:solidFill>
                  <a:srgbClr val="7C6B38"/>
                </a:solidFill>
                <a:latin typeface="Arial MT"/>
                <a:ea typeface="Arial MT"/>
                <a:cs typeface="Arial MT"/>
              </a:rPr>
              <a:t>T</a:t>
            </a:r>
            <a:r>
              <a:rPr sz="1050" spc="-15">
                <a:solidFill>
                  <a:srgbClr val="7C6B38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050">
                <a:solidFill>
                  <a:srgbClr val="231F07"/>
                </a:solidFill>
                <a:latin typeface="Arial MT"/>
                <a:ea typeface="Arial MT"/>
                <a:cs typeface="Arial MT"/>
              </a:rPr>
              <a:t>E</a:t>
            </a:r>
            <a:r>
              <a:rPr sz="1050" spc="-5">
                <a:solidFill>
                  <a:srgbClr val="231F07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050">
                <a:solidFill>
                  <a:srgbClr val="796B3D"/>
                </a:solidFill>
                <a:latin typeface="Arial MT"/>
                <a:ea typeface="Arial MT"/>
                <a:cs typeface="Arial MT"/>
              </a:rPr>
              <a:t>C</a:t>
            </a:r>
            <a:r>
              <a:rPr sz="1050" spc="65">
                <a:solidFill>
                  <a:srgbClr val="796B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050" spc="-50">
                <a:solidFill>
                  <a:srgbClr val="7C6D34"/>
                </a:solidFill>
                <a:latin typeface="Arial MT"/>
                <a:ea typeface="Arial MT"/>
                <a:cs typeface="Arial MT"/>
              </a:rPr>
              <a:t>T</a:t>
            </a:r>
            <a:endParaRPr sz="1050">
              <a:latin typeface="Arial MT"/>
              <a:ea typeface="Arial MT"/>
              <a:cs typeface="Arial MT"/>
            </a:endParaRPr>
          </a:p>
          <a:p xmlns:a="http://schemas.openxmlformats.org/drawingml/2006/main">
            <a:pPr marL="17145">
              <a:lnSpc>
                <a:spcPct val="100000"/>
              </a:lnSpc>
              <a:spcBef>
                <a:spcPts val="640"/>
              </a:spcBef>
              <a:buNone/>
            </a:pPr>
            <a:r>
              <a:rPr sz="2650">
                <a:solidFill>
                  <a:srgbClr val="E2D1A5"/>
                </a:solidFill>
                <a:latin typeface="Cambria"/>
                <a:ea typeface="Cambria"/>
                <a:cs typeface="Cambria"/>
              </a:rPr>
              <a:t>Amaan</a:t>
            </a:r>
            <a:r>
              <a:rPr sz="2650" spc="85">
                <a:solidFill>
                  <a:srgbClr val="E2D1A5"/>
                </a:solidFill>
                <a:latin typeface="Cambria"/>
                <a:ea typeface="Cambria"/>
                <a:cs typeface="Cambria"/>
              </a:rPr>
              <a:t> </a:t>
            </a:r>
            <a:r>
              <a:rPr sz="2650" spc="45">
                <a:solidFill>
                  <a:srgbClr val="DFD1A5"/>
                </a:solidFill>
                <a:latin typeface="Cambria"/>
                <a:ea typeface="Cambria"/>
                <a:cs typeface="Cambria"/>
              </a:rPr>
              <a:t>Shaikh</a:t>
            </a:r>
            <a:endParaRPr sz="2650">
              <a:latin typeface="Cambria"/>
              <a:ea typeface="Cambria"/>
              <a:cs typeface="Cambria"/>
            </a:endParaRPr>
          </a:p>
          <a:p xmlns:a="http://schemas.openxmlformats.org/drawingml/2006/main">
            <a:pPr marL="17780">
              <a:lnSpc>
                <a:spcPct val="100000"/>
              </a:lnSpc>
              <a:spcBef>
                <a:spcPts val="1280"/>
              </a:spcBef>
              <a:buNone/>
              <a:tabLst>
                <a:tab pos="3521075" algn="l"/>
              </a:tabLst>
            </a:pPr>
            <a:r>
              <a:rPr sz="1200" spc="-35">
                <a:solidFill>
                  <a:srgbClr val="DBDBDB"/>
                </a:solidFill>
                <a:latin typeface="Arial MT"/>
                <a:ea typeface="Arial MT"/>
                <a:cs typeface="Arial MT"/>
              </a:rPr>
              <a:t>Builds</a:t>
            </a:r>
            <a:r>
              <a:rPr sz="1200" spc="25">
                <a:solidFill>
                  <a:srgbClr val="DBDBDB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200">
                <a:solidFill>
                  <a:srgbClr val="DBDBDB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1200" spc="20">
                <a:solidFill>
                  <a:srgbClr val="DBDBDB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200">
                <a:solidFill>
                  <a:srgbClr val="DBDBDB"/>
                </a:solidFill>
                <a:latin typeface="Arial MT"/>
                <a:ea typeface="Arial MT"/>
                <a:cs typeface="Arial MT"/>
              </a:rPr>
              <a:t>Artificer</a:t>
            </a:r>
            <a:r>
              <a:rPr sz="1200" spc="90">
                <a:solidFill>
                  <a:srgbClr val="DBDBDB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200">
                <a:solidFill>
                  <a:srgbClr val="DDDDDD"/>
                </a:solidFill>
                <a:latin typeface="Arial MT"/>
                <a:ea typeface="Arial MT"/>
                <a:cs typeface="Arial MT"/>
              </a:rPr>
              <a:t>agent</a:t>
            </a:r>
            <a:r>
              <a:rPr sz="1200" spc="50">
                <a:solidFill>
                  <a:srgbClr val="DDDDD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200">
                <a:solidFill>
                  <a:srgbClr val="D8D8D8"/>
                </a:solidFill>
                <a:latin typeface="Arial MT"/>
                <a:ea typeface="Arial MT"/>
                <a:cs typeface="Arial MT"/>
              </a:rPr>
              <a:t>fleet </a:t>
            </a:r>
            <a:r>
              <a:rPr sz="1200">
                <a:solidFill>
                  <a:srgbClr val="DADADA"/>
                </a:solidFill>
                <a:latin typeface="Arial MT"/>
                <a:ea typeface="Arial MT"/>
                <a:cs typeface="Arial MT"/>
              </a:rPr>
              <a:t>on</a:t>
            </a:r>
            <a:r>
              <a:rPr sz="1200" spc="55">
                <a:solidFill>
                  <a:srgbClr val="DADADA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200" spc="-20">
                <a:solidFill>
                  <a:srgbClr val="DBDBDB"/>
                </a:solidFill>
                <a:latin typeface="Arial MT"/>
                <a:ea typeface="Arial MT"/>
                <a:cs typeface="Arial MT"/>
              </a:rPr>
              <a:t>Vertex</a:t>
            </a:r>
            <a:r>
              <a:rPr sz="1200" spc="45">
                <a:solidFill>
                  <a:srgbClr val="DBDBDB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200">
                <a:solidFill>
                  <a:srgbClr val="DFDFDF"/>
                </a:solidFill>
                <a:latin typeface="Arial MT"/>
                <a:ea typeface="Arial MT"/>
                <a:cs typeface="Arial MT"/>
              </a:rPr>
              <a:t>/</a:t>
            </a:r>
            <a:r>
              <a:rPr sz="1200" spc="70">
                <a:solidFill>
                  <a:srgbClr val="DFDFD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200" spc="-85">
                <a:solidFill>
                  <a:srgbClr val="DFDFDF"/>
                </a:solidFill>
                <a:latin typeface="Arial MT"/>
                <a:ea typeface="Arial MT"/>
                <a:cs typeface="Arial MT"/>
              </a:rPr>
              <a:t>Gemin</a:t>
            </a:r>
            <a:r>
              <a:rPr sz="1200" spc="-85">
                <a:solidFill>
                  <a:srgbClr val="D8D8D8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1200" spc="-50">
                <a:solidFill>
                  <a:srgbClr val="DFDFDF"/>
                </a:solidFill>
                <a:latin typeface="Arial MT"/>
                <a:ea typeface="Arial MT"/>
                <a:cs typeface="Arial MT"/>
              </a:rPr>
              <a:t>i</a:t>
            </a:r>
            <a:r>
              <a:rPr sz="1200">
                <a:solidFill>
                  <a:srgbClr val="DFDFDF"/>
                </a:solidFill>
                <a:latin typeface="Arial MT"/>
                <a:ea typeface="Arial MT"/>
                <a:cs typeface="Arial MT"/>
              </a:rPr>
              <a:t>	</a:t>
            </a:r>
            <a:r>
              <a:rPr sz="1200">
                <a:solidFill>
                  <a:srgbClr val="DDDDDD"/>
                </a:solidFill>
                <a:latin typeface="Arial MT"/>
                <a:ea typeface="Arial MT"/>
                <a:cs typeface="Arial MT"/>
              </a:rPr>
              <a:t>ingestion,</a:t>
            </a:r>
            <a:r>
              <a:rPr sz="1200" spc="45">
                <a:solidFill>
                  <a:srgbClr val="DDDDD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200">
                <a:solidFill>
                  <a:srgbClr val="D6D6D6"/>
                </a:solidFill>
                <a:latin typeface="Arial MT"/>
                <a:ea typeface="Arial MT"/>
                <a:cs typeface="Arial MT"/>
              </a:rPr>
              <a:t>g</a:t>
            </a:r>
            <a:r>
              <a:rPr sz="1200">
                <a:solidFill>
                  <a:srgbClr val="DBDBDB"/>
                </a:solidFill>
                <a:latin typeface="Arial MT"/>
                <a:ea typeface="Arial MT"/>
                <a:cs typeface="Arial MT"/>
              </a:rPr>
              <a:t>rounded</a:t>
            </a:r>
            <a:r>
              <a:rPr sz="1200" spc="60">
                <a:solidFill>
                  <a:srgbClr val="DBDBDB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200">
                <a:solidFill>
                  <a:srgbClr val="DFDFDF"/>
                </a:solidFill>
                <a:latin typeface="Arial MT"/>
                <a:ea typeface="Arial MT"/>
                <a:cs typeface="Arial MT"/>
              </a:rPr>
              <a:t>scoring,</a:t>
            </a:r>
            <a:r>
              <a:rPr sz="1200" spc="105">
                <a:solidFill>
                  <a:srgbClr val="DFDFD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200" spc="-65">
                <a:solidFill>
                  <a:srgbClr val="DADADA"/>
                </a:solidFill>
                <a:latin typeface="Arial MT"/>
                <a:ea typeface="Arial MT"/>
                <a:cs typeface="Arial MT"/>
              </a:rPr>
              <a:t>XAI</a:t>
            </a:r>
            <a:r>
              <a:rPr sz="1200" spc="-5">
                <a:solidFill>
                  <a:srgbClr val="DADADA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200">
                <a:solidFill>
                  <a:srgbClr val="DADADA"/>
                </a:solidFill>
                <a:latin typeface="Arial MT"/>
                <a:ea typeface="Arial MT"/>
                <a:cs typeface="Arial MT"/>
              </a:rPr>
              <a:t>d</a:t>
            </a:r>
            <a:r>
              <a:rPr sz="1200">
                <a:solidFill>
                  <a:srgbClr val="DBDBDB"/>
                </a:solidFill>
                <a:latin typeface="Arial MT"/>
                <a:ea typeface="Arial MT"/>
                <a:cs typeface="Arial MT"/>
              </a:rPr>
              <a:t>rower,</a:t>
            </a:r>
            <a:r>
              <a:rPr sz="1200" spc="-50">
                <a:solidFill>
                  <a:srgbClr val="DBDBDB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200">
                <a:solidFill>
                  <a:srgbClr val="D6D6D6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1200">
                <a:solidFill>
                  <a:srgbClr val="D8D8D8"/>
                </a:solidFill>
                <a:latin typeface="Arial MT"/>
                <a:ea typeface="Arial MT"/>
                <a:cs typeface="Arial MT"/>
              </a:rPr>
              <a:t>nd</a:t>
            </a:r>
            <a:r>
              <a:rPr sz="1200" spc="25">
                <a:solidFill>
                  <a:srgbClr val="D8D8D8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200">
                <a:solidFill>
                  <a:srgbClr val="DBDBDB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1200" spc="-20">
                <a:solidFill>
                  <a:srgbClr val="DBDBDB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200" spc="-45">
                <a:solidFill>
                  <a:srgbClr val="DDDDDD"/>
                </a:solidFill>
                <a:latin typeface="Arial MT"/>
                <a:ea typeface="Arial MT"/>
                <a:cs typeface="Arial MT"/>
              </a:rPr>
              <a:t>GCP</a:t>
            </a:r>
            <a:r>
              <a:rPr sz="1200" spc="-30">
                <a:solidFill>
                  <a:srgbClr val="DDDDD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200">
                <a:solidFill>
                  <a:srgbClr val="DADADA"/>
                </a:solidFill>
                <a:latin typeface="Arial MT"/>
                <a:ea typeface="Arial MT"/>
                <a:cs typeface="Arial MT"/>
              </a:rPr>
              <a:t>orgo</a:t>
            </a:r>
            <a:r>
              <a:rPr sz="1200" spc="-210">
                <a:solidFill>
                  <a:srgbClr val="DADADA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200">
                <a:solidFill>
                  <a:srgbClr val="DDDDDD"/>
                </a:solidFill>
                <a:latin typeface="Arial MT"/>
                <a:ea typeface="Arial MT"/>
                <a:cs typeface="Arial MT"/>
              </a:rPr>
              <a:t>nisotion</a:t>
            </a:r>
            <a:r>
              <a:rPr sz="1200" spc="45">
                <a:solidFill>
                  <a:srgbClr val="DDDDD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200">
                <a:solidFill>
                  <a:srgbClr val="DADADA"/>
                </a:solidFill>
                <a:latin typeface="Arial MT"/>
                <a:ea typeface="Arial MT"/>
                <a:cs typeface="Arial MT"/>
              </a:rPr>
              <a:t>it</a:t>
            </a:r>
            <a:r>
              <a:rPr sz="1200" spc="-5">
                <a:solidFill>
                  <a:srgbClr val="DADADA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200" spc="-10">
                <a:solidFill>
                  <a:srgbClr val="DDDDDD"/>
                </a:solidFill>
                <a:latin typeface="Arial MT"/>
                <a:ea typeface="Arial MT"/>
                <a:cs typeface="Arial MT"/>
              </a:rPr>
              <a:t>already</a:t>
            </a:r>
            <a:endParaRPr sz="1200">
              <a:latin typeface="Arial MT"/>
              <a:ea typeface="Arial MT"/>
              <a:cs typeface="Arial MT"/>
            </a:endParaRPr>
          </a:p>
          <a:p xmlns:a="http://schemas.openxmlformats.org/drawingml/2006/main">
            <a:pPr marL="13335">
              <a:lnSpc>
                <a:spcPct val="100000"/>
              </a:lnSpc>
              <a:spcBef>
                <a:spcPts val="490"/>
              </a:spcBef>
              <a:buNone/>
            </a:pPr>
            <a:r>
              <a:rPr sz="1250" spc="-45">
                <a:solidFill>
                  <a:srgbClr val="DBDBDB"/>
                </a:solidFill>
                <a:latin typeface="Arial MT"/>
                <a:ea typeface="Arial MT"/>
                <a:cs typeface="Arial MT"/>
              </a:rPr>
              <a:t>runs</a:t>
            </a:r>
            <a:r>
              <a:rPr sz="1250" spc="-60">
                <a:solidFill>
                  <a:srgbClr val="DBDBDB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250" spc="-25">
                <a:solidFill>
                  <a:srgbClr val="DADADA"/>
                </a:solidFill>
                <a:latin typeface="Arial MT"/>
                <a:ea typeface="Arial MT"/>
                <a:cs typeface="Arial MT"/>
              </a:rPr>
              <a:t>on.</a:t>
            </a:r>
            <a:endParaRPr sz="1250">
              <a:latin typeface="Arial MT"/>
              <a:ea typeface="Arial MT"/>
              <a:cs typeface="Arial MT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BF2B4BAD-E79F-46BA-B0EC-31A3E62DB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5" y="4026055"/>
            <a:ext cx="20093940" cy="78740"/>
          </a:xfrm>
          <a:custGeom xmlns:a="http://schemas.openxmlformats.org/drawingml/2006/main">
            <a:rect l="l" t="t" r="r" b="b"/>
            <a:pathLst>
              <a:path w="20093940" h="78739">
                <a:moveTo>
                  <a:pt x="20093629" y="78531"/>
                </a:moveTo>
                <a:lnTo>
                  <a:pt x="0" y="78531"/>
                </a:lnTo>
                <a:lnTo>
                  <a:pt x="0" y="0"/>
                </a:lnTo>
                <a:lnTo>
                  <a:pt x="20093629" y="0"/>
                </a:lnTo>
                <a:lnTo>
                  <a:pt x="20093629" y="78531"/>
                </a:lnTo>
                <a:close/>
              </a:path>
            </a:pathLst>
          </a:custGeom>
          <a:solidFill xmlns:a="http://schemas.openxmlformats.org/drawingml/2006/main">
            <a:srgbClr val="0A1613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9" name="object 19">
            <a:extLst xmlns:a="http://schemas.openxmlformats.org/drawingml/2006/main">
              <a:ext uri="{FF2B5EF4-FFF2-40B4-BE49-F238E27FC236}">
                <a16:creationId xmlns:a16="http://schemas.microsoft.com/office/drawing/2014/main" id="{0383CDD4-8D99-4664-AA87-BCDB9B9AD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681" y="3959400"/>
            <a:ext cx="155575" cy="1784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000" spc="-70">
                <a:solidFill>
                  <a:srgbClr val="B3A86E"/>
                </a:solidFill>
                <a:latin typeface="Courier New"/>
                <a:ea typeface="Courier New"/>
                <a:cs typeface="Courier New"/>
              </a:rPr>
              <a:t>0›</a:t>
            </a:r>
            <a:endParaRPr sz="1000">
              <a:latin typeface="Courier New"/>
              <a:ea typeface="Courier New"/>
              <a:cs typeface="Courier New"/>
            </a:endParaRPr>
          </a:p>
        </p:txBody>
      </p:sp>
      <p:sp>
        <p:nvSpPr>
          <p:cNvPr id="20" name="object 20">
            <a:extLst xmlns:a="http://schemas.openxmlformats.org/drawingml/2006/main">
              <a:ext uri="{FF2B5EF4-FFF2-40B4-BE49-F238E27FC236}">
                <a16:creationId xmlns:a16="http://schemas.microsoft.com/office/drawing/2014/main" id="{C38B6855-3350-4DA8-A0FE-F06B01EA4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3274" y="3959400"/>
            <a:ext cx="155575" cy="1784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000" spc="-70">
                <a:solidFill>
                  <a:srgbClr val="BFA564"/>
                </a:solidFill>
                <a:latin typeface="Courier New"/>
                <a:ea typeface="Courier New"/>
                <a:cs typeface="Courier New"/>
              </a:rPr>
              <a:t>02</a:t>
            </a:r>
            <a:endParaRPr sz="1000">
              <a:latin typeface="Courier New"/>
              <a:ea typeface="Courier New"/>
              <a:cs typeface="Courier New"/>
            </a:endParaRPr>
          </a:p>
        </p:txBody>
      </p:sp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E412C697-1BDF-4790-8D1C-31362DFBC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7381" y="3969580"/>
            <a:ext cx="174625" cy="1663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900" spc="-25">
                <a:solidFill>
                  <a:srgbClr val="211C05"/>
                </a:solidFill>
                <a:latin typeface="Courier New"/>
                <a:ea typeface="Courier New"/>
                <a:cs typeface="Courier New"/>
              </a:rPr>
              <a:t>Oõ</a:t>
            </a:r>
            <a:endParaRPr sz="900">
              <a:latin typeface="Courier New"/>
              <a:ea typeface="Courier New"/>
              <a:cs typeface="Courier New"/>
            </a:endParaRPr>
          </a:p>
        </p:txBody>
      </p:sp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4F9A0E1F-CBF9-411C-AFD0-269F66C4B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5" y="4256414"/>
            <a:ext cx="20093940" cy="188595"/>
          </a:xfrm>
          <a:custGeom xmlns:a="http://schemas.openxmlformats.org/drawingml/2006/main">
            <a:rect l="l" t="t" r="r" b="b"/>
            <a:pathLst>
              <a:path w="20093940" h="188595">
                <a:moveTo>
                  <a:pt x="20093629" y="188475"/>
                </a:moveTo>
                <a:lnTo>
                  <a:pt x="0" y="188475"/>
                </a:lnTo>
                <a:lnTo>
                  <a:pt x="0" y="0"/>
                </a:lnTo>
                <a:lnTo>
                  <a:pt x="20093629" y="0"/>
                </a:lnTo>
                <a:lnTo>
                  <a:pt x="20093629" y="188475"/>
                </a:lnTo>
                <a:close/>
              </a:path>
            </a:pathLst>
          </a:custGeom>
          <a:solidFill xmlns:a="http://schemas.openxmlformats.org/drawingml/2006/main">
            <a:srgbClr val="0C1813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23" name="object 23">
            <a:extLst xmlns:a="http://schemas.openxmlformats.org/drawingml/2006/main">
              <a:ext uri="{FF2B5EF4-FFF2-40B4-BE49-F238E27FC236}">
                <a16:creationId xmlns:a16="http://schemas.microsoft.com/office/drawing/2014/main" id="{17F24A0E-1427-41CD-BF57-31F6C9185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51" y="4191506"/>
            <a:ext cx="1842770" cy="2514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51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0"/>
              </a:spcBef>
              <a:buNone/>
            </a:pPr>
            <a:r>
              <a:rPr sz="1450" spc="70">
                <a:solidFill>
                  <a:srgbClr val="93906E"/>
                </a:solidFill>
                <a:latin typeface="Cambria"/>
                <a:ea typeface="Cambria"/>
                <a:cs typeface="Cambria"/>
              </a:rPr>
              <a:t>Multi-</a:t>
            </a:r>
            <a:r>
              <a:rPr sz="1450" spc="75">
                <a:solidFill>
                  <a:srgbClr val="93906E"/>
                </a:solidFill>
                <a:latin typeface="Cambria"/>
                <a:ea typeface="Cambria"/>
                <a:cs typeface="Cambria"/>
              </a:rPr>
              <a:t>agent</a:t>
            </a:r>
            <a:r>
              <a:rPr sz="1450" spc="254">
                <a:solidFill>
                  <a:srgbClr val="93906E"/>
                </a:solidFill>
                <a:latin typeface="Cambria"/>
                <a:ea typeface="Cambria"/>
                <a:cs typeface="Cambria"/>
              </a:rPr>
              <a:t> </a:t>
            </a:r>
            <a:r>
              <a:rPr sz="1450" spc="75">
                <a:solidFill>
                  <a:srgbClr val="9A9575"/>
                </a:solidFill>
                <a:latin typeface="Cambria"/>
                <a:ea typeface="Cambria"/>
                <a:cs typeface="Cambria"/>
              </a:rPr>
              <a:t>systems</a:t>
            </a:r>
            <a:endParaRPr sz="1450">
              <a:latin typeface="Cambria"/>
              <a:ea typeface="Cambria"/>
              <a:cs typeface="Cambria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833CCC8C-DE99-43BA-BE7B-7C72310FF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9518" y="4191506"/>
            <a:ext cx="2014220" cy="2514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51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0"/>
              </a:spcBef>
              <a:buNone/>
            </a:pPr>
            <a:r>
              <a:rPr sz="1450" spc="120">
                <a:solidFill>
                  <a:srgbClr val="918975"/>
                </a:solidFill>
                <a:latin typeface="Times New Roman"/>
                <a:ea typeface="Times New Roman"/>
                <a:cs typeface="Times New Roman"/>
              </a:rPr>
              <a:t>Document</a:t>
            </a:r>
            <a:r>
              <a:rPr sz="1450" spc="215">
                <a:solidFill>
                  <a:srgbClr val="918975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50" spc="90">
                <a:solidFill>
                  <a:srgbClr val="909075"/>
                </a:solidFill>
                <a:latin typeface="Times New Roman"/>
                <a:ea typeface="Times New Roman"/>
                <a:cs typeface="Times New Roman"/>
              </a:rPr>
              <a:t>intelligence</a:t>
            </a:r>
            <a:endParaRPr sz="145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91" name="object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4aea24c40f4a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780080" y="4565305"/>
            <a:ext cx="3931817" cy="120415"/>
          </a:xfrm>
          <a:prstGeom xmlns:a="http://schemas.openxmlformats.org/drawingml/2006/main" prst="rect">
            <a:avLst/>
          </a:prstGeom>
        </p:spPr>
      </p:pic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0185672E-8DA2-4040-B1CA-2D05A8C7D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35" y="4560070"/>
            <a:ext cx="20093940" cy="125730"/>
          </a:xfrm>
          <a:custGeom xmlns:a="http://schemas.openxmlformats.org/drawingml/2006/main">
            <a:rect l="l" t="t" r="r" b="b"/>
            <a:pathLst>
              <a:path w="20093940" h="125729">
                <a:moveTo>
                  <a:pt x="20093629" y="125650"/>
                </a:moveTo>
                <a:lnTo>
                  <a:pt x="0" y="125650"/>
                </a:lnTo>
                <a:lnTo>
                  <a:pt x="0" y="0"/>
                </a:lnTo>
                <a:lnTo>
                  <a:pt x="20093629" y="0"/>
                </a:lnTo>
                <a:lnTo>
                  <a:pt x="20093629" y="125650"/>
                </a:lnTo>
                <a:close/>
              </a:path>
            </a:pathLst>
          </a:custGeom>
          <a:solidFill xmlns:a="http://schemas.openxmlformats.org/drawingml/2006/main">
            <a:srgbClr val="131313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28" name="object 28">
            <a:extLst xmlns:a="http://schemas.openxmlformats.org/drawingml/2006/main">
              <a:ext uri="{FF2B5EF4-FFF2-40B4-BE49-F238E27FC236}">
                <a16:creationId xmlns:a16="http://schemas.microsoft.com/office/drawing/2014/main" id="{6031A1CC-F57E-4070-A550-FD93A6311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155" y="4504178"/>
            <a:ext cx="194500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51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0"/>
              </a:spcBef>
              <a:buNone/>
              <a:tabLst>
                <a:tab pos="842010" algn="l"/>
              </a:tabLst>
            </a:pPr>
            <a:r>
              <a:rPr sz="1050" spc="-45">
                <a:solidFill>
                  <a:srgbClr val="AAAAAA"/>
                </a:solidFill>
                <a:latin typeface="Arial MT"/>
                <a:ea typeface="Arial MT"/>
                <a:cs typeface="Arial MT"/>
              </a:rPr>
              <a:t>Ind</a:t>
            </a:r>
            <a:r>
              <a:rPr sz="1050" spc="-180">
                <a:solidFill>
                  <a:srgbClr val="AAAAAA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050">
                <a:solidFill>
                  <a:srgbClr val="A8A8A8"/>
                </a:solidFill>
                <a:latin typeface="Arial MT"/>
                <a:ea typeface="Arial MT"/>
                <a:cs typeface="Arial MT"/>
              </a:rPr>
              <a:t>ian</a:t>
            </a:r>
            <a:r>
              <a:rPr sz="1050" spc="25">
                <a:solidFill>
                  <a:srgbClr val="A8A8A8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050" spc="-20">
                <a:solidFill>
                  <a:srgbClr val="A7A7A7"/>
                </a:solidFill>
                <a:latin typeface="Arial MT"/>
                <a:ea typeface="Arial MT"/>
                <a:cs typeface="Arial MT"/>
              </a:rPr>
              <a:t>bank</a:t>
            </a:r>
            <a:r>
              <a:rPr sz="1050">
                <a:solidFill>
                  <a:srgbClr val="A7A7A7"/>
                </a:solidFill>
                <a:latin typeface="Arial MT"/>
                <a:ea typeface="Arial MT"/>
                <a:cs typeface="Arial MT"/>
              </a:rPr>
              <a:t>	</a:t>
            </a:r>
            <a:r>
              <a:rPr sz="1050" spc="-85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D</a:t>
            </a:r>
            <a:r>
              <a:rPr sz="1050" spc="-100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050" spc="-90">
                <a:solidFill>
                  <a:srgbClr val="A3A3A3"/>
                </a:solidFill>
                <a:latin typeface="Arial MT"/>
                <a:ea typeface="Arial MT"/>
                <a:cs typeface="Arial MT"/>
              </a:rPr>
              <a:t>^s</a:t>
            </a:r>
            <a:r>
              <a:rPr sz="1050" spc="-145">
                <a:solidFill>
                  <a:srgbClr val="A3A3A3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050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,</a:t>
            </a:r>
            <a:r>
              <a:rPr sz="1050" spc="40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050" spc="-145">
                <a:solidFill>
                  <a:srgbClr val="AAAAAA"/>
                </a:solidFill>
                <a:latin typeface="Arial MT"/>
                <a:ea typeface="Arial MT"/>
                <a:cs typeface="Arial MT"/>
              </a:rPr>
              <a:t>GSM</a:t>
            </a:r>
            <a:r>
              <a:rPr sz="1050" spc="-10">
                <a:solidFill>
                  <a:srgbClr val="AAAAAA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050" spc="-10">
                <a:solidFill>
                  <a:srgbClr val="A8A8A8"/>
                </a:solidFill>
                <a:latin typeface="Arial MT"/>
                <a:ea typeface="Arial MT"/>
                <a:cs typeface="Arial MT"/>
              </a:rPr>
              <a:t>cha</a:t>
            </a:r>
            <a:r>
              <a:rPr sz="1050" spc="-10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I</a:t>
            </a:r>
            <a:r>
              <a:rPr sz="1050" spc="-10">
                <a:solidFill>
                  <a:srgbClr val="A7A7A7"/>
                </a:solidFill>
                <a:latin typeface="Arial MT"/>
                <a:ea typeface="Arial MT"/>
                <a:cs typeface="Arial MT"/>
              </a:rPr>
              <a:t>lans</a:t>
            </a:r>
            <a:endParaRPr sz="1050">
              <a:latin typeface="Arial MT"/>
              <a:ea typeface="Arial MT"/>
              <a:cs typeface="Arial MT"/>
            </a:endParaRPr>
          </a:p>
        </p:txBody>
      </p:sp>
      <p:sp>
        <p:nvSpPr>
          <p:cNvPr id="29" name="object 29">
            <a:extLst xmlns:a="http://schemas.openxmlformats.org/drawingml/2006/main">
              <a:ext uri="{FF2B5EF4-FFF2-40B4-BE49-F238E27FC236}">
                <a16:creationId xmlns:a16="http://schemas.microsoft.com/office/drawing/2014/main" id="{3F6E4F12-5803-4A6B-B0CD-87BD109A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9927" y="4504178"/>
            <a:ext cx="140208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51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0"/>
              </a:spcBef>
              <a:buNone/>
            </a:pPr>
            <a:r>
              <a:rPr sz="1050" spc="-170">
                <a:solidFill>
                  <a:srgbClr val="A8A8A8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1050" spc="-150">
                <a:solidFill>
                  <a:srgbClr val="A8A8A8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050">
                <a:solidFill>
                  <a:srgbClr val="939393"/>
                </a:solidFill>
                <a:latin typeface="Arial MT"/>
                <a:ea typeface="Arial MT"/>
                <a:cs typeface="Arial MT"/>
              </a:rPr>
              <a:t>•</a:t>
            </a:r>
            <a:r>
              <a:rPr sz="1050" spc="130">
                <a:solidFill>
                  <a:srgbClr val="939393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050" spc="-25">
                <a:solidFill>
                  <a:srgbClr val="A3A3A3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1050" spc="-25">
                <a:solidFill>
                  <a:srgbClr val="A8A8A8"/>
                </a:solidFill>
                <a:latin typeface="Arial MT"/>
                <a:ea typeface="Arial MT"/>
                <a:cs typeface="Arial MT"/>
              </a:rPr>
              <a:t>toCement</a:t>
            </a:r>
            <a:r>
              <a:rPr sz="1050" spc="80">
                <a:solidFill>
                  <a:srgbClr val="A8A8A8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050" spc="-30">
                <a:solidFill>
                  <a:srgbClr val="A8A8A8"/>
                </a:solidFill>
                <a:latin typeface="Arial MT"/>
                <a:ea typeface="Arial MT"/>
                <a:cs typeface="Arial MT"/>
              </a:rPr>
              <a:t>la</a:t>
            </a:r>
            <a:r>
              <a:rPr sz="1050" spc="-170">
                <a:solidFill>
                  <a:srgbClr val="A8A8A8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050" spc="-25">
                <a:solidFill>
                  <a:srgbClr val="AEAEAE"/>
                </a:solidFill>
                <a:latin typeface="Arial MT"/>
                <a:ea typeface="Arial MT"/>
                <a:cs typeface="Arial MT"/>
              </a:rPr>
              <a:t>you</a:t>
            </a:r>
            <a:r>
              <a:rPr sz="1050" spc="-25">
                <a:solidFill>
                  <a:srgbClr val="A7A7A7"/>
                </a:solidFill>
                <a:latin typeface="Arial MT"/>
                <a:ea typeface="Arial MT"/>
                <a:cs typeface="Arial MT"/>
              </a:rPr>
              <a:t>I</a:t>
            </a:r>
            <a:r>
              <a:rPr sz="1050" spc="-60">
                <a:solidFill>
                  <a:srgbClr val="A7A7A7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050" spc="-50">
                <a:solidFill>
                  <a:srgbClr val="A8A8A8"/>
                </a:solidFill>
                <a:latin typeface="Arial MT"/>
                <a:ea typeface="Arial MT"/>
                <a:cs typeface="Arial MT"/>
              </a:rPr>
              <a:t>s</a:t>
            </a:r>
            <a:endParaRPr sz="1050">
              <a:latin typeface="Arial MT"/>
              <a:ea typeface="Arial MT"/>
              <a:cs typeface="Arial MT"/>
            </a:endParaRPr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40B6054D-9E28-4057-8DA5-CDAC75C82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7623" y="4060916"/>
            <a:ext cx="3707765" cy="6330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4732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60"/>
              </a:spcBef>
              <a:buNone/>
            </a:pPr>
            <a:r>
              <a:rPr sz="1450" spc="85">
                <a:solidFill>
                  <a:srgbClr val="161800"/>
                </a:solidFill>
                <a:latin typeface="Cambria"/>
                <a:ea typeface="Cambria"/>
                <a:cs typeface="Cambria"/>
              </a:rPr>
              <a:t>Quantitative</a:t>
            </a:r>
            <a:r>
              <a:rPr sz="1450" spc="140">
                <a:solidFill>
                  <a:srgbClr val="161800"/>
                </a:solidFill>
                <a:latin typeface="Cambria"/>
                <a:ea typeface="Cambria"/>
                <a:cs typeface="Cambria"/>
              </a:rPr>
              <a:t> </a:t>
            </a:r>
            <a:r>
              <a:rPr sz="1450" spc="45">
                <a:solidFill>
                  <a:srgbClr val="777757"/>
                </a:solidFill>
                <a:latin typeface="Cambria"/>
                <a:ea typeface="Cambria"/>
                <a:cs typeface="Cambria"/>
              </a:rPr>
              <a:t>telemetry</a:t>
            </a:r>
            <a:endParaRPr sz="1450">
              <a:latin typeface="Cambria"/>
              <a:ea typeface="Cambria"/>
              <a:cs typeface="Cambria"/>
            </a:endParaRPr>
          </a:p>
          <a:p xmlns:a="http://schemas.openxmlformats.org/drawingml/2006/main">
            <a:pPr marL="18415">
              <a:lnSpc>
                <a:spcPct val="100000"/>
              </a:lnSpc>
              <a:spcBef>
                <a:spcPts val="720"/>
              </a:spcBef>
              <a:buNone/>
              <a:tabLst>
                <a:tab pos="1878330" algn="l"/>
              </a:tabLst>
            </a:pPr>
            <a:r>
              <a:rPr sz="1050">
                <a:solidFill>
                  <a:srgbClr val="A8A8A8"/>
                </a:solidFill>
                <a:latin typeface="Arial MT"/>
                <a:ea typeface="Arial MT"/>
                <a:cs typeface="Arial MT"/>
              </a:rPr>
              <a:t>Deterministic</a:t>
            </a:r>
            <a:r>
              <a:rPr sz="1050" spc="215">
                <a:solidFill>
                  <a:srgbClr val="A8A8A8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050" spc="-135">
                <a:solidFill>
                  <a:srgbClr val="AAAAAA"/>
                </a:solidFill>
                <a:latin typeface="Arial MT"/>
                <a:ea typeface="Arial MT"/>
                <a:cs typeface="Arial MT"/>
              </a:rPr>
              <a:t>fi—</a:t>
            </a:r>
            <a:r>
              <a:rPr sz="1050" spc="-90">
                <a:solidFill>
                  <a:srgbClr val="AAAAAA"/>
                </a:solidFill>
                <a:latin typeface="Arial MT"/>
                <a:ea typeface="Arial MT"/>
                <a:cs typeface="Arial MT"/>
              </a:rPr>
              <a:t>oil</a:t>
            </a:r>
            <a:r>
              <a:rPr sz="1050" spc="-135">
                <a:solidFill>
                  <a:srgbClr val="AAAAAA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050" spc="-25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la</a:t>
            </a:r>
            <a:r>
              <a:rPr sz="1050" spc="-170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050">
                <a:solidFill>
                  <a:srgbClr val="A8A8A8"/>
                </a:solidFill>
                <a:latin typeface="Arial MT"/>
                <a:ea typeface="Arial MT"/>
                <a:cs typeface="Arial MT"/>
              </a:rPr>
              <a:t>r</a:t>
            </a:r>
            <a:r>
              <a:rPr sz="1050" spc="80">
                <a:solidFill>
                  <a:srgbClr val="A8A8A8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050" spc="-10">
                <a:solidFill>
                  <a:srgbClr val="A8A8A8"/>
                </a:solidFill>
                <a:latin typeface="Arial MT"/>
                <a:ea typeface="Arial MT"/>
                <a:cs typeface="Arial MT"/>
              </a:rPr>
              <a:t>ratios</a:t>
            </a:r>
            <a:r>
              <a:rPr sz="1050" spc="-10">
                <a:solidFill>
                  <a:srgbClr val="A3A3A3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1050">
                <a:solidFill>
                  <a:srgbClr val="A3A3A3"/>
                </a:solidFill>
                <a:latin typeface="Arial MT"/>
                <a:ea typeface="Arial MT"/>
                <a:cs typeface="Arial MT"/>
              </a:rPr>
              <a:t>	</a:t>
            </a:r>
            <a:r>
              <a:rPr sz="1050">
                <a:solidFill>
                  <a:srgbClr val="A8A8A8"/>
                </a:solidFill>
                <a:latin typeface="Arial MT"/>
                <a:ea typeface="Arial MT"/>
                <a:cs typeface="Arial MT"/>
              </a:rPr>
              <a:t>math</a:t>
            </a:r>
            <a:r>
              <a:rPr sz="1050" spc="5">
                <a:solidFill>
                  <a:srgbClr val="A8A8A8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050">
                <a:solidFill>
                  <a:srgbClr val="A3A3A3"/>
                </a:solidFill>
                <a:latin typeface="Arial MT"/>
                <a:ea typeface="Arial MT"/>
                <a:cs typeface="Arial MT"/>
              </a:rPr>
              <a:t>i</a:t>
            </a:r>
            <a:r>
              <a:rPr sz="1050" spc="135">
                <a:solidFill>
                  <a:srgbClr val="A3A3A3"/>
                </a:solidFill>
                <a:latin typeface="Arial MT"/>
                <a:ea typeface="Arial MT"/>
                <a:cs typeface="Arial MT"/>
              </a:rPr>
              <a:t>  </a:t>
            </a:r>
            <a:r>
              <a:rPr sz="1050">
                <a:solidFill>
                  <a:srgbClr val="A8A8A8"/>
                </a:solidFill>
                <a:latin typeface="Arial MT"/>
                <a:ea typeface="Arial MT"/>
                <a:cs typeface="Arial MT"/>
              </a:rPr>
              <a:t>code.</a:t>
            </a:r>
            <a:r>
              <a:rPr sz="1050" spc="60">
                <a:solidFill>
                  <a:srgbClr val="A8A8A8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050">
                <a:solidFill>
                  <a:srgbClr val="A7A7A7"/>
                </a:solidFill>
                <a:latin typeface="Arial MT"/>
                <a:ea typeface="Arial MT"/>
                <a:cs typeface="Arial MT"/>
              </a:rPr>
              <a:t>not</a:t>
            </a:r>
            <a:r>
              <a:rPr sz="1050" spc="75">
                <a:solidFill>
                  <a:srgbClr val="A7A7A7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050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in</a:t>
            </a:r>
            <a:r>
              <a:rPr sz="1050" spc="10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050">
                <a:solidFill>
                  <a:srgbClr val="A7A7A7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1050" spc="-10">
                <a:solidFill>
                  <a:srgbClr val="A7A7A7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050" spc="-10">
                <a:solidFill>
                  <a:srgbClr val="ACACAC"/>
                </a:solidFill>
                <a:latin typeface="Arial MT"/>
                <a:ea typeface="Arial MT"/>
                <a:cs typeface="Arial MT"/>
              </a:rPr>
              <a:t>model</a:t>
            </a:r>
            <a:endParaRPr sz="1050">
              <a:latin typeface="Arial MT"/>
              <a:ea typeface="Arial MT"/>
              <a:cs typeface="Arial MT"/>
            </a:endParaRPr>
          </a:p>
        </p:txBody>
      </p:sp>
      <p:sp>
        <p:nvSpPr>
          <p:cNvPr id="31" name="object 31">
            <a:extLst xmlns:a="http://schemas.openxmlformats.org/drawingml/2006/main">
              <a:ext uri="{FF2B5EF4-FFF2-40B4-BE49-F238E27FC236}">
                <a16:creationId xmlns:a16="http://schemas.microsoft.com/office/drawing/2014/main" id="{223592A6-C6AA-4059-A944-ED840A172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5" y="5146440"/>
            <a:ext cx="20093940" cy="78740"/>
          </a:xfrm>
          <a:custGeom xmlns:a="http://schemas.openxmlformats.org/drawingml/2006/main">
            <a:rect l="l" t="t" r="r" b="b"/>
            <a:pathLst>
              <a:path w="20093940" h="78739">
                <a:moveTo>
                  <a:pt x="20093629" y="78531"/>
                </a:moveTo>
                <a:lnTo>
                  <a:pt x="0" y="78531"/>
                </a:lnTo>
                <a:lnTo>
                  <a:pt x="0" y="0"/>
                </a:lnTo>
                <a:lnTo>
                  <a:pt x="20093629" y="0"/>
                </a:lnTo>
                <a:lnTo>
                  <a:pt x="20093629" y="78531"/>
                </a:lnTo>
                <a:close/>
              </a:path>
            </a:pathLst>
          </a:custGeom>
          <a:solidFill xmlns:a="http://schemas.openxmlformats.org/drawingml/2006/main">
            <a:srgbClr val="0A1A13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34" name="object 34">
            <a:extLst xmlns:a="http://schemas.openxmlformats.org/drawingml/2006/main">
              <a:ext uri="{FF2B5EF4-FFF2-40B4-BE49-F238E27FC236}">
                <a16:creationId xmlns:a16="http://schemas.microsoft.com/office/drawing/2014/main" id="{C50FF377-EF8A-4161-B3A7-3CDAAF85A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681" y="5079786"/>
            <a:ext cx="99695" cy="1784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000" spc="-50">
                <a:solidFill>
                  <a:srgbClr val="1F1F00"/>
                </a:solidFill>
                <a:latin typeface="Courier New"/>
                <a:ea typeface="Courier New"/>
                <a:cs typeface="Courier New"/>
              </a:rPr>
              <a:t>0</a:t>
            </a:r>
            <a:endParaRPr sz="1000">
              <a:latin typeface="Courier New"/>
              <a:ea typeface="Courier New"/>
              <a:cs typeface="Courier New"/>
            </a:endParaRPr>
          </a:p>
        </p:txBody>
      </p:sp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4A5950C5-0F23-47A4-9AF6-1E6D1E109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1040" y="5079786"/>
            <a:ext cx="173990" cy="1784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000" spc="-25">
                <a:solidFill>
                  <a:srgbClr val="1A1A00"/>
                </a:solidFill>
                <a:latin typeface="Courier New"/>
                <a:ea typeface="Courier New"/>
                <a:cs typeface="Courier New"/>
              </a:rPr>
              <a:t>Oö</a:t>
            </a:r>
            <a:endParaRPr sz="1000">
              <a:latin typeface="Courier New"/>
              <a:ea typeface="Courier New"/>
              <a:cs typeface="Courier New"/>
            </a:endParaRPr>
          </a:p>
        </p:txBody>
      </p:sp>
      <p:sp>
        <p:nvSpPr>
          <p:cNvPr id="32" name="object 32">
            <a:extLst xmlns:a="http://schemas.openxmlformats.org/drawingml/2006/main">
              <a:ext uri="{FF2B5EF4-FFF2-40B4-BE49-F238E27FC236}">
                <a16:creationId xmlns:a16="http://schemas.microsoft.com/office/drawing/2014/main" id="{624F7065-C9BB-4C3D-84F7-CA4BCDD87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7130" y="5084876"/>
            <a:ext cx="179705" cy="1720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950" spc="-25">
                <a:solidFill>
                  <a:srgbClr val="1D1D03"/>
                </a:solidFill>
                <a:latin typeface="Courier New"/>
                <a:ea typeface="Courier New"/>
                <a:cs typeface="Courier New"/>
              </a:rPr>
              <a:t>Oö</a:t>
            </a:r>
            <a:endParaRPr sz="950">
              <a:latin typeface="Courier New"/>
              <a:ea typeface="Courier New"/>
              <a:cs typeface="Courier New"/>
            </a:endParaRPr>
          </a:p>
        </p:txBody>
      </p:sp>
      <p:sp>
        <p:nvSpPr>
          <p:cNvPr id="35" name="object 35">
            <a:extLst xmlns:a="http://schemas.openxmlformats.org/drawingml/2006/main">
              <a:ext uri="{FF2B5EF4-FFF2-40B4-BE49-F238E27FC236}">
                <a16:creationId xmlns:a16="http://schemas.microsoft.com/office/drawing/2014/main" id="{6E9E46FF-3F83-4D23-86E3-C4F03CDB5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5" y="5371564"/>
            <a:ext cx="20093940" cy="188595"/>
          </a:xfrm>
          <a:custGeom xmlns:a="http://schemas.openxmlformats.org/drawingml/2006/main">
            <a:rect l="l" t="t" r="r" b="b"/>
            <a:pathLst>
              <a:path w="20093940" h="188595">
                <a:moveTo>
                  <a:pt x="20093629" y="188475"/>
                </a:moveTo>
                <a:lnTo>
                  <a:pt x="0" y="188475"/>
                </a:lnTo>
                <a:lnTo>
                  <a:pt x="0" y="0"/>
                </a:lnTo>
                <a:lnTo>
                  <a:pt x="20093629" y="0"/>
                </a:lnTo>
                <a:lnTo>
                  <a:pt x="20093629" y="188475"/>
                </a:lnTo>
                <a:close/>
              </a:path>
            </a:pathLst>
          </a:custGeom>
          <a:solidFill xmlns:a="http://schemas.openxmlformats.org/drawingml/2006/main">
            <a:srgbClr val="0C1A13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5B7F8DB4-835A-473F-B15A-41B1F52AA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423" y="5306800"/>
            <a:ext cx="1360170" cy="2578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1500">
                <a:solidFill>
                  <a:srgbClr val="B1A885"/>
                </a:solidFill>
                <a:latin typeface="Cambria"/>
                <a:ea typeface="Cambria"/>
                <a:cs typeface="Cambria"/>
              </a:rPr>
              <a:t>Vertex</a:t>
            </a:r>
            <a:r>
              <a:rPr sz="1500" spc="200">
                <a:solidFill>
                  <a:srgbClr val="B1A885"/>
                </a:solidFill>
                <a:latin typeface="Cambria"/>
                <a:ea typeface="Cambria"/>
                <a:cs typeface="Cambria"/>
              </a:rPr>
              <a:t> </a:t>
            </a:r>
            <a:r>
              <a:rPr sz="1500">
                <a:solidFill>
                  <a:srgbClr val="D8D3A1"/>
                </a:solidFill>
                <a:latin typeface="Cambria"/>
                <a:ea typeface="Cambria"/>
                <a:cs typeface="Cambria"/>
              </a:rPr>
              <a:t>AI</a:t>
            </a:r>
            <a:r>
              <a:rPr sz="1500" spc="190">
                <a:solidFill>
                  <a:srgbClr val="D8D3A1"/>
                </a:solidFill>
                <a:latin typeface="Cambria"/>
                <a:ea typeface="Cambria"/>
                <a:cs typeface="Cambria"/>
              </a:rPr>
              <a:t> </a:t>
            </a:r>
            <a:r>
              <a:rPr sz="1500">
                <a:solidFill>
                  <a:srgbClr val="DBD4AC"/>
                </a:solidFill>
                <a:latin typeface="Cambria"/>
                <a:ea typeface="Cambria"/>
                <a:cs typeface="Cambria"/>
              </a:rPr>
              <a:t>/</a:t>
            </a:r>
            <a:r>
              <a:rPr sz="1500" spc="55">
                <a:solidFill>
                  <a:srgbClr val="DBD4AC"/>
                </a:solidFill>
                <a:latin typeface="Cambria"/>
                <a:ea typeface="Cambria"/>
                <a:cs typeface="Cambria"/>
              </a:rPr>
              <a:t> </a:t>
            </a:r>
            <a:r>
              <a:rPr sz="1500" spc="-25">
                <a:solidFill>
                  <a:srgbClr val="E4D6AF"/>
                </a:solidFill>
                <a:latin typeface="Cambria"/>
                <a:ea typeface="Cambria"/>
                <a:cs typeface="Cambria"/>
              </a:rPr>
              <a:t>GCP</a:t>
            </a:r>
            <a:endParaRPr sz="1500">
              <a:latin typeface="Cambria"/>
              <a:ea typeface="Cambria"/>
              <a:cs typeface="Cambria"/>
            </a:endParaRPr>
          </a:p>
        </p:txBody>
      </p:sp>
      <p:sp>
        <p:nvSpPr>
          <p:cNvPr id="37" name="object 37">
            <a:extLst xmlns:a="http://schemas.openxmlformats.org/drawingml/2006/main">
              <a:ext uri="{FF2B5EF4-FFF2-40B4-BE49-F238E27FC236}">
                <a16:creationId xmlns:a16="http://schemas.microsoft.com/office/drawing/2014/main" id="{496506E1-A995-448E-9703-3BB22A922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7434" y="5311890"/>
            <a:ext cx="1440815" cy="2514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51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0"/>
              </a:spcBef>
              <a:buNone/>
            </a:pPr>
            <a:r>
              <a:rPr sz="1450" spc="70">
                <a:solidFill>
                  <a:srgbClr val="8E9079"/>
                </a:solidFill>
                <a:latin typeface="Cambria"/>
                <a:ea typeface="Cambria"/>
                <a:cs typeface="Cambria"/>
              </a:rPr>
              <a:t>Product</a:t>
            </a:r>
            <a:r>
              <a:rPr sz="1450" spc="245">
                <a:solidFill>
                  <a:srgbClr val="8E9079"/>
                </a:solidFill>
                <a:latin typeface="Cambria"/>
                <a:ea typeface="Cambria"/>
                <a:cs typeface="Cambria"/>
              </a:rPr>
              <a:t> </a:t>
            </a:r>
            <a:r>
              <a:rPr sz="1450" spc="65">
                <a:solidFill>
                  <a:srgbClr val="909074"/>
                </a:solidFill>
                <a:latin typeface="Cambria"/>
                <a:ea typeface="Cambria"/>
                <a:cs typeface="Cambria"/>
              </a:rPr>
              <a:t>cockpit</a:t>
            </a:r>
            <a:endParaRPr sz="1450">
              <a:latin typeface="Cambria"/>
              <a:ea typeface="Cambria"/>
              <a:cs typeface="Cambria"/>
            </a:endParaRPr>
          </a:p>
        </p:txBody>
      </p:sp>
      <p:pic>
        <p:nvPicPr>
          <p:cNvPr id="103" name="object 3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0385cad94242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7125437" y="5680455"/>
            <a:ext cx="3361154" cy="125650"/>
          </a:xfrm>
          <a:prstGeom xmlns:a="http://schemas.openxmlformats.org/drawingml/2006/main" prst="rect">
            <a:avLst/>
          </a:prstGeom>
        </p:spPr>
      </p:pic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22FC1F3C-EE2A-4690-8F87-02A29085C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35" y="5680455"/>
            <a:ext cx="20093940" cy="125730"/>
          </a:xfrm>
          <a:custGeom xmlns:a="http://schemas.openxmlformats.org/drawingml/2006/main">
            <a:rect l="l" t="t" r="r" b="b"/>
            <a:pathLst>
              <a:path w="20093940" h="125729">
                <a:moveTo>
                  <a:pt x="20093629" y="125650"/>
                </a:moveTo>
                <a:lnTo>
                  <a:pt x="0" y="125650"/>
                </a:lnTo>
                <a:lnTo>
                  <a:pt x="0" y="0"/>
                </a:lnTo>
                <a:lnTo>
                  <a:pt x="20093629" y="0"/>
                </a:lnTo>
                <a:lnTo>
                  <a:pt x="20093629" y="125650"/>
                </a:lnTo>
                <a:close/>
              </a:path>
            </a:pathLst>
          </a:custGeom>
          <a:solidFill xmlns:a="http://schemas.openxmlformats.org/drawingml/2006/main">
            <a:srgbClr val="151515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41" name="object 41">
            <a:extLst xmlns:a="http://schemas.openxmlformats.org/drawingml/2006/main">
              <a:ext uri="{FF2B5EF4-FFF2-40B4-BE49-F238E27FC236}">
                <a16:creationId xmlns:a16="http://schemas.microsoft.com/office/drawing/2014/main" id="{85045EF1-7CA5-4848-8844-6B6FE3DD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51" y="5193113"/>
            <a:ext cx="2521585" cy="62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525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65"/>
              </a:spcBef>
              <a:buNone/>
            </a:pPr>
            <a:r>
              <a:rPr sz="1450" spc="130">
                <a:solidFill>
                  <a:srgbClr val="DAD1A3"/>
                </a:solidFill>
                <a:latin typeface="Cambria"/>
                <a:ea typeface="Cambria"/>
                <a:cs typeface="Cambria"/>
              </a:rPr>
              <a:t>MSME</a:t>
            </a:r>
            <a:r>
              <a:rPr sz="1450" spc="190">
                <a:solidFill>
                  <a:srgbClr val="DAD1A3"/>
                </a:solidFill>
                <a:latin typeface="Cambria"/>
                <a:ea typeface="Cambria"/>
                <a:cs typeface="Cambria"/>
              </a:rPr>
              <a:t> </a:t>
            </a:r>
            <a:r>
              <a:rPr sz="1450">
                <a:solidFill>
                  <a:srgbClr val="90906E"/>
                </a:solidFill>
                <a:latin typeface="Cambria"/>
                <a:ea typeface="Cambria"/>
                <a:cs typeface="Cambria"/>
              </a:rPr>
              <a:t>credit</a:t>
            </a:r>
            <a:r>
              <a:rPr sz="1450" spc="295">
                <a:solidFill>
                  <a:srgbClr val="90906E"/>
                </a:solidFill>
                <a:latin typeface="Cambria"/>
                <a:ea typeface="Cambria"/>
                <a:cs typeface="Cambria"/>
              </a:rPr>
              <a:t> </a:t>
            </a:r>
            <a:r>
              <a:rPr sz="1450" spc="100">
                <a:solidFill>
                  <a:srgbClr val="DBCDAA"/>
                </a:solidFill>
                <a:latin typeface="Cambria"/>
                <a:ea typeface="Cambria"/>
                <a:cs typeface="Cambria"/>
              </a:rPr>
              <a:t>domain</a:t>
            </a:r>
            <a:endParaRPr sz="1450">
              <a:latin typeface="Cambria"/>
              <a:ea typeface="Cambria"/>
              <a:cs typeface="Cambria"/>
            </a:endParaRPr>
          </a:p>
          <a:p xmlns:a="http://schemas.openxmlformats.org/drawingml/2006/main">
            <a:pPr marL="35560">
              <a:lnSpc>
                <a:spcPct val="100000"/>
              </a:lnSpc>
              <a:spcBef>
                <a:spcPts val="725"/>
              </a:spcBef>
              <a:buNone/>
              <a:tabLst>
                <a:tab pos="1883410" algn="l"/>
              </a:tabLst>
            </a:pPr>
            <a:r>
              <a:rPr sz="1050" spc="-10">
                <a:solidFill>
                  <a:srgbClr val="A3A3A3"/>
                </a:solidFill>
                <a:latin typeface="Times New Roman"/>
                <a:ea typeface="Times New Roman"/>
                <a:cs typeface="Times New Roman"/>
              </a:rPr>
              <a:t>N^C</a:t>
            </a:r>
            <a:r>
              <a:rPr sz="1050" spc="105">
                <a:solidFill>
                  <a:srgbClr val="A3A3A3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50">
                <a:solidFill>
                  <a:srgbClr val="A7A7A7"/>
                </a:solidFill>
                <a:latin typeface="Times New Roman"/>
                <a:ea typeface="Times New Roman"/>
                <a:cs typeface="Times New Roman"/>
              </a:rPr>
              <a:t>co</a:t>
            </a:r>
            <a:r>
              <a:rPr sz="1050" spc="-125">
                <a:solidFill>
                  <a:srgbClr val="A7A7A7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50">
                <a:solidFill>
                  <a:srgbClr val="A7A7A7"/>
                </a:solidFill>
                <a:latin typeface="Times New Roman"/>
                <a:ea typeface="Times New Roman"/>
                <a:cs typeface="Times New Roman"/>
              </a:rPr>
              <a:t>s</a:t>
            </a:r>
            <a:r>
              <a:rPr sz="1050">
                <a:solidFill>
                  <a:srgbClr val="A3A3A3"/>
                </a:solidFill>
                <a:latin typeface="Times New Roman"/>
                <a:ea typeface="Times New Roman"/>
                <a:cs typeface="Times New Roman"/>
              </a:rPr>
              <a:t>h</a:t>
            </a:r>
            <a:r>
              <a:rPr sz="1050" spc="-80">
                <a:solidFill>
                  <a:srgbClr val="A3A3A3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50" spc="-509">
                <a:solidFill>
                  <a:srgbClr val="AAAAAA"/>
                </a:solidFill>
                <a:latin typeface="Times New Roman"/>
                <a:ea typeface="Times New Roman"/>
                <a:cs typeface="Times New Roman"/>
              </a:rPr>
              <a:t>—</a:t>
            </a:r>
            <a:r>
              <a:rPr sz="1050" spc="-30">
                <a:solidFill>
                  <a:srgbClr val="AAAAAA"/>
                </a:solidFill>
                <a:latin typeface="Times New Roman"/>
                <a:ea typeface="Times New Roman"/>
                <a:cs typeface="Times New Roman"/>
              </a:rPr>
              <a:t>Ł</a:t>
            </a:r>
            <a:r>
              <a:rPr sz="1050" spc="-30">
                <a:solidFill>
                  <a:srgbClr val="A8A8A8"/>
                </a:solidFill>
                <a:latin typeface="Times New Roman"/>
                <a:ea typeface="Times New Roman"/>
                <a:cs typeface="Times New Roman"/>
              </a:rPr>
              <a:t>ow</a:t>
            </a:r>
            <a:r>
              <a:rPr sz="1050" spc="155">
                <a:solidFill>
                  <a:srgbClr val="A8A8A8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50" spc="-10">
                <a:solidFill>
                  <a:srgbClr val="A8A8A8"/>
                </a:solidFill>
                <a:latin typeface="Times New Roman"/>
                <a:ea typeface="Times New Roman"/>
                <a:cs typeface="Times New Roman"/>
              </a:rPr>
              <a:t>und</a:t>
            </a:r>
            <a:r>
              <a:rPr sz="1050" spc="-105">
                <a:solidFill>
                  <a:srgbClr val="A8A8A8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50">
                <a:solidFill>
                  <a:srgbClr val="AAAAAA"/>
                </a:solidFill>
                <a:latin typeface="Times New Roman"/>
                <a:ea typeface="Times New Roman"/>
                <a:cs typeface="Times New Roman"/>
              </a:rPr>
              <a:t>erw</a:t>
            </a:r>
            <a:r>
              <a:rPr sz="1050" spc="-95">
                <a:solidFill>
                  <a:srgbClr val="AAAAAA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50" spc="-25">
                <a:solidFill>
                  <a:srgbClr val="A5A5A5"/>
                </a:solidFill>
                <a:latin typeface="Times New Roman"/>
                <a:ea typeface="Times New Roman"/>
                <a:cs typeface="Times New Roman"/>
              </a:rPr>
              <a:t>rit</a:t>
            </a:r>
            <a:r>
              <a:rPr sz="1050" spc="-110">
                <a:solidFill>
                  <a:srgbClr val="A5A5A5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50" spc="-80">
                <a:solidFill>
                  <a:srgbClr val="A5A5A5"/>
                </a:solidFill>
                <a:latin typeface="Times New Roman"/>
                <a:ea typeface="Times New Roman"/>
                <a:cs typeface="Times New Roman"/>
              </a:rPr>
              <a:t>in</a:t>
            </a:r>
            <a:r>
              <a:rPr sz="1050" spc="-114">
                <a:solidFill>
                  <a:srgbClr val="A5A5A5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50" spc="-45">
                <a:solidFill>
                  <a:srgbClr val="A8A8A8"/>
                </a:solidFill>
                <a:latin typeface="Times New Roman"/>
                <a:ea typeface="Times New Roman"/>
                <a:cs typeface="Times New Roman"/>
              </a:rPr>
              <a:t>g</a:t>
            </a:r>
            <a:r>
              <a:rPr sz="1050" spc="-100">
                <a:solidFill>
                  <a:srgbClr val="A8A8A8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50" spc="-50">
                <a:solidFill>
                  <a:srgbClr val="A8A8A8"/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50">
                <a:solidFill>
                  <a:srgbClr val="A8A8A8"/>
                </a:solidFill>
                <a:latin typeface="Times New Roman"/>
                <a:ea typeface="Times New Roman"/>
                <a:cs typeface="Times New Roman"/>
              </a:rPr>
              <a:t>	</a:t>
            </a:r>
            <a:r>
              <a:rPr sz="1050">
                <a:solidFill>
                  <a:srgbClr val="A5A5A5"/>
                </a:solidFill>
                <a:latin typeface="Times New Roman"/>
                <a:ea typeface="Times New Roman"/>
                <a:cs typeface="Times New Roman"/>
              </a:rPr>
              <a:t>S</a:t>
            </a:r>
            <a:r>
              <a:rPr sz="1050">
                <a:solidFill>
                  <a:srgbClr val="A8A8A8"/>
                </a:solidFill>
                <a:latin typeface="Times New Roman"/>
                <a:ea typeface="Times New Roman"/>
                <a:cs typeface="Times New Roman"/>
              </a:rPr>
              <a:t>L.</a:t>
            </a:r>
            <a:r>
              <a:rPr sz="1050" spc="40">
                <a:solidFill>
                  <a:srgbClr val="A8A8A8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50" spc="-25">
                <a:solidFill>
                  <a:srgbClr val="AAAAAA"/>
                </a:solidFill>
                <a:latin typeface="Times New Roman"/>
                <a:ea typeface="Times New Roman"/>
                <a:cs typeface="Times New Roman"/>
              </a:rPr>
              <a:t>RB</a:t>
            </a:r>
            <a:r>
              <a:rPr sz="1050" spc="165">
                <a:solidFill>
                  <a:srgbClr val="AAAAAA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50" spc="-70">
                <a:solidFill>
                  <a:srgbClr val="A5A5A5"/>
                </a:solidFill>
                <a:latin typeface="Times New Roman"/>
                <a:ea typeface="Times New Roman"/>
                <a:cs typeface="Times New Roman"/>
              </a:rPr>
              <a:t>XA</a:t>
            </a:r>
            <a:endParaRPr sz="105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BD883907-0FA5-40C3-9127-746A7A9AC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060" y="5624562"/>
            <a:ext cx="56705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51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0"/>
              </a:spcBef>
              <a:buNone/>
            </a:pPr>
            <a:r>
              <a:rPr sz="1050">
                <a:solidFill>
                  <a:srgbClr val="A8A8A8"/>
                </a:solidFill>
                <a:latin typeface="Times New Roman"/>
                <a:ea typeface="Times New Roman"/>
                <a:cs typeface="Times New Roman"/>
              </a:rPr>
              <a:t>o</a:t>
            </a:r>
            <a:r>
              <a:rPr sz="1050" spc="-80">
                <a:solidFill>
                  <a:srgbClr val="A8A8A8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50" spc="-125">
                <a:solidFill>
                  <a:srgbClr val="A5A5A5"/>
                </a:solidFill>
                <a:latin typeface="Times New Roman"/>
                <a:ea typeface="Times New Roman"/>
                <a:cs typeface="Times New Roman"/>
              </a:rPr>
              <a:t>n</a:t>
            </a:r>
            <a:r>
              <a:rPr sz="1050" spc="-110">
                <a:solidFill>
                  <a:srgbClr val="A5A5A5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50" spc="-45">
                <a:solidFill>
                  <a:srgbClr val="A8A8A8"/>
                </a:solidFill>
                <a:latin typeface="Times New Roman"/>
                <a:ea typeface="Times New Roman"/>
                <a:cs typeface="Times New Roman"/>
              </a:rPr>
              <a:t>g</a:t>
            </a:r>
            <a:r>
              <a:rPr sz="1050" spc="-50">
                <a:solidFill>
                  <a:srgbClr val="A8A8A8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50" spc="35">
                <a:solidFill>
                  <a:srgbClr val="A7A7A7"/>
                </a:solidFill>
                <a:latin typeface="Times New Roman"/>
                <a:ea typeface="Times New Roman"/>
                <a:cs typeface="Times New Roman"/>
              </a:rPr>
              <a:t>nog</a:t>
            </a:r>
            <a:r>
              <a:rPr sz="1050" spc="35">
                <a:solidFill>
                  <a:srgbClr val="AAAAAA"/>
                </a:solidFill>
                <a:latin typeface="Times New Roman"/>
                <a:ea typeface="Times New Roman"/>
                <a:cs typeface="Times New Roman"/>
              </a:rPr>
              <a:t>e</a:t>
            </a:r>
            <a:endParaRPr sz="105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5DADE7AB-0F49-4665-BD7C-D52CE8FF9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7675" y="5619472"/>
            <a:ext cx="3054350" cy="196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1100" spc="-20">
                <a:solidFill>
                  <a:srgbClr val="AAAAAA"/>
                </a:solidFill>
                <a:latin typeface="Courier New"/>
                <a:ea typeface="Courier New"/>
                <a:cs typeface="Courier New"/>
              </a:rPr>
              <a:t>Reoc40leníoworkbevh</a:t>
            </a:r>
            <a:r>
              <a:rPr sz="1100" spc="-80">
                <a:solidFill>
                  <a:srgbClr val="AAAAAA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spc="-40">
                <a:solidFill>
                  <a:srgbClr val="AAAAAA"/>
                </a:solidFill>
                <a:latin typeface="Courier New"/>
                <a:ea typeface="Courier New"/>
                <a:cs typeface="Courier New"/>
              </a:rPr>
              <a:t>GoogleSSO</a:t>
            </a:r>
            <a:r>
              <a:rPr sz="1100" spc="-105">
                <a:solidFill>
                  <a:srgbClr val="AAAAAA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spc="-10">
                <a:solidFill>
                  <a:srgbClr val="AAAAAA"/>
                </a:solidFill>
                <a:latin typeface="Courier New"/>
                <a:ea typeface="Courier New"/>
                <a:cs typeface="Courier New"/>
              </a:rPr>
              <a:t>oFterCX</a:t>
            </a:r>
            <a:endParaRPr sz="1100">
              <a:latin typeface="Courier New"/>
              <a:ea typeface="Courier New"/>
              <a:cs typeface="Courier New"/>
            </a:endParaRPr>
          </a:p>
        </p:txBody>
      </p:sp>
      <p:sp>
        <p:nvSpPr>
          <p:cNvPr id="44" name="object 44">
            <a:extLst xmlns:a="http://schemas.openxmlformats.org/drawingml/2006/main">
              <a:ext uri="{FF2B5EF4-FFF2-40B4-BE49-F238E27FC236}">
                <a16:creationId xmlns:a16="http://schemas.microsoft.com/office/drawing/2014/main" id="{09C76ED7-85CF-40FA-9A3E-4BDAC08E5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5" y="6256354"/>
            <a:ext cx="20093940" cy="78740"/>
          </a:xfrm>
          <a:custGeom xmlns:a="http://schemas.openxmlformats.org/drawingml/2006/main">
            <a:rect l="l" t="t" r="r" b="b"/>
            <a:pathLst>
              <a:path w="20093940" h="78739">
                <a:moveTo>
                  <a:pt x="20093629" y="78531"/>
                </a:moveTo>
                <a:lnTo>
                  <a:pt x="0" y="78531"/>
                </a:lnTo>
                <a:lnTo>
                  <a:pt x="0" y="0"/>
                </a:lnTo>
                <a:lnTo>
                  <a:pt x="20093629" y="0"/>
                </a:lnTo>
                <a:lnTo>
                  <a:pt x="20093629" y="78531"/>
                </a:lnTo>
                <a:close/>
              </a:path>
            </a:pathLst>
          </a:custGeom>
          <a:solidFill xmlns:a="http://schemas.openxmlformats.org/drawingml/2006/main">
            <a:srgbClr val="0C1C16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45" name="object 45">
            <a:extLst xmlns:a="http://schemas.openxmlformats.org/drawingml/2006/main">
              <a:ext uri="{FF2B5EF4-FFF2-40B4-BE49-F238E27FC236}">
                <a16:creationId xmlns:a16="http://schemas.microsoft.com/office/drawing/2014/main" id="{E74F3345-81A9-4A9D-AA46-E068FB97A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965" y="6199879"/>
            <a:ext cx="172085" cy="1663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900" spc="-25">
                <a:solidFill>
                  <a:srgbClr val="90894F"/>
                </a:solidFill>
                <a:latin typeface="Courier New"/>
                <a:ea typeface="Courier New"/>
                <a:cs typeface="Courier New"/>
              </a:rPr>
              <a:t>OY</a:t>
            </a:r>
            <a:endParaRPr sz="900">
              <a:latin typeface="Courier New"/>
              <a:ea typeface="Courier New"/>
              <a:cs typeface="Courier New"/>
            </a:endParaRPr>
          </a:p>
        </p:txBody>
      </p:sp>
      <p:sp>
        <p:nvSpPr>
          <p:cNvPr id="46" name="object 46">
            <a:extLst xmlns:a="http://schemas.openxmlformats.org/drawingml/2006/main">
              <a:ext uri="{FF2B5EF4-FFF2-40B4-BE49-F238E27FC236}">
                <a16:creationId xmlns:a16="http://schemas.microsoft.com/office/drawing/2014/main" id="{DFD5537A-92C5-449E-9B2C-72AC5AEC9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4412" y="6199879"/>
            <a:ext cx="172085" cy="1663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900" spc="-25">
                <a:solidFill>
                  <a:srgbClr val="211C03"/>
                </a:solidFill>
                <a:latin typeface="Courier New"/>
                <a:ea typeface="Courier New"/>
                <a:cs typeface="Courier New"/>
              </a:rPr>
              <a:t>08</a:t>
            </a:r>
            <a:endParaRPr sz="900">
              <a:latin typeface="Courier New"/>
              <a:ea typeface="Courier New"/>
              <a:cs typeface="Courier New"/>
            </a:endParaRPr>
          </a:p>
        </p:txBody>
      </p:sp>
      <p:sp>
        <p:nvSpPr>
          <p:cNvPr id="47" name="object 47">
            <a:extLst xmlns:a="http://schemas.openxmlformats.org/drawingml/2006/main">
              <a:ext uri="{FF2B5EF4-FFF2-40B4-BE49-F238E27FC236}">
                <a16:creationId xmlns:a16="http://schemas.microsoft.com/office/drawing/2014/main" id="{3FFE273A-4138-4519-9FDC-7D090A422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9675" y="6194789"/>
            <a:ext cx="178435" cy="1720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950" spc="-25">
                <a:solidFill>
                  <a:srgbClr val="9E9054"/>
                </a:solidFill>
                <a:latin typeface="Courier New"/>
                <a:ea typeface="Courier New"/>
                <a:cs typeface="Courier New"/>
              </a:rPr>
              <a:t>09</a:t>
            </a:r>
            <a:endParaRPr sz="950">
              <a:latin typeface="Courier New"/>
              <a:ea typeface="Courier New"/>
              <a:cs typeface="Courier New"/>
            </a:endParaRPr>
          </a:p>
        </p:txBody>
      </p:sp>
      <p:sp>
        <p:nvSpPr>
          <p:cNvPr id="48" name="object 48">
            <a:extLst xmlns:a="http://schemas.openxmlformats.org/drawingml/2006/main">
              <a:ext uri="{FF2B5EF4-FFF2-40B4-BE49-F238E27FC236}">
                <a16:creationId xmlns:a16="http://schemas.microsoft.com/office/drawing/2014/main" id="{F9D4009B-4A5C-452A-9B61-3A8221E29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5" y="6486713"/>
            <a:ext cx="20093940" cy="183515"/>
          </a:xfrm>
          <a:custGeom xmlns:a="http://schemas.openxmlformats.org/drawingml/2006/main">
            <a:rect l="l" t="t" r="r" b="b"/>
            <a:pathLst>
              <a:path w="20093940" h="183515">
                <a:moveTo>
                  <a:pt x="20093629" y="183240"/>
                </a:moveTo>
                <a:lnTo>
                  <a:pt x="0" y="183240"/>
                </a:lnTo>
                <a:lnTo>
                  <a:pt x="0" y="0"/>
                </a:lnTo>
                <a:lnTo>
                  <a:pt x="20093629" y="0"/>
                </a:lnTo>
                <a:lnTo>
                  <a:pt x="20093629" y="183240"/>
                </a:lnTo>
                <a:close/>
              </a:path>
            </a:pathLst>
          </a:custGeom>
          <a:solidFill xmlns:a="http://schemas.openxmlformats.org/drawingml/2006/main">
            <a:srgbClr val="0C1C16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49" name="object 49">
            <a:extLst xmlns:a="http://schemas.openxmlformats.org/drawingml/2006/main">
              <a:ext uri="{FF2B5EF4-FFF2-40B4-BE49-F238E27FC236}">
                <a16:creationId xmlns:a16="http://schemas.microsoft.com/office/drawing/2014/main" id="{E0EA4E8E-6023-418B-AA88-667C5A723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201" y="6421804"/>
            <a:ext cx="1525270" cy="2514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51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0"/>
              </a:spcBef>
              <a:buNone/>
            </a:pPr>
            <a:r>
              <a:rPr sz="1450" spc="90">
                <a:solidFill>
                  <a:srgbClr val="9A9777"/>
                </a:solidFill>
                <a:latin typeface="Cambria"/>
                <a:ea typeface="Cambria"/>
                <a:cs typeface="Cambria"/>
              </a:rPr>
              <a:t>Guardrails</a:t>
            </a:r>
            <a:r>
              <a:rPr sz="1450" spc="200">
                <a:solidFill>
                  <a:srgbClr val="9A9777"/>
                </a:solidFill>
                <a:latin typeface="Cambria"/>
                <a:ea typeface="Cambria"/>
                <a:cs typeface="Cambria"/>
              </a:rPr>
              <a:t> </a:t>
            </a:r>
            <a:r>
              <a:rPr sz="1450">
                <a:solidFill>
                  <a:srgbClr val="9C956E"/>
                </a:solidFill>
                <a:latin typeface="Cambria"/>
                <a:ea typeface="Cambria"/>
                <a:cs typeface="Cambria"/>
              </a:rPr>
              <a:t>&amp;</a:t>
            </a:r>
            <a:r>
              <a:rPr sz="1450" spc="160">
                <a:solidFill>
                  <a:srgbClr val="9C956E"/>
                </a:solidFill>
                <a:latin typeface="Cambria"/>
                <a:ea typeface="Cambria"/>
                <a:cs typeface="Cambria"/>
              </a:rPr>
              <a:t> </a:t>
            </a:r>
            <a:r>
              <a:rPr sz="1450" spc="-25">
                <a:solidFill>
                  <a:srgbClr val="DBD4A5"/>
                </a:solidFill>
                <a:latin typeface="Cambria"/>
                <a:ea typeface="Cambria"/>
                <a:cs typeface="Cambria"/>
              </a:rPr>
              <a:t>XAI</a:t>
            </a:r>
            <a:endParaRPr sz="1450">
              <a:latin typeface="Cambria"/>
              <a:ea typeface="Cambria"/>
              <a:cs typeface="Cambria"/>
            </a:endParaRPr>
          </a:p>
        </p:txBody>
      </p:sp>
      <p:sp>
        <p:nvSpPr>
          <p:cNvPr id="50" name="object 50">
            <a:extLst xmlns:a="http://schemas.openxmlformats.org/drawingml/2006/main">
              <a:ext uri="{FF2B5EF4-FFF2-40B4-BE49-F238E27FC236}">
                <a16:creationId xmlns:a16="http://schemas.microsoft.com/office/drawing/2014/main" id="{72C2B3EF-1880-41D2-AE48-7C4619CCF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1611" y="6421804"/>
            <a:ext cx="1030605" cy="2514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51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0"/>
              </a:spcBef>
              <a:buNone/>
            </a:pPr>
            <a:r>
              <a:rPr sz="1450" spc="85">
                <a:solidFill>
                  <a:srgbClr val="625D42"/>
                </a:solidFill>
                <a:latin typeface="Cambria"/>
                <a:ea typeface="Cambria"/>
                <a:cs typeface="Cambria"/>
              </a:rPr>
              <a:t>India</a:t>
            </a:r>
            <a:r>
              <a:rPr sz="1450" spc="65">
                <a:solidFill>
                  <a:srgbClr val="625D42"/>
                </a:solidFill>
                <a:latin typeface="Cambria"/>
                <a:ea typeface="Cambria"/>
                <a:cs typeface="Cambria"/>
              </a:rPr>
              <a:t> </a:t>
            </a:r>
            <a:r>
              <a:rPr sz="1450" spc="90">
                <a:solidFill>
                  <a:srgbClr val="CCCCCC"/>
                </a:solidFill>
                <a:latin typeface="Cambria"/>
                <a:ea typeface="Cambria"/>
                <a:cs typeface="Cambria"/>
              </a:rPr>
              <a:t>Stack</a:t>
            </a:r>
            <a:endParaRPr sz="1450">
              <a:latin typeface="Cambria"/>
              <a:ea typeface="Cambria"/>
              <a:cs typeface="Cambria"/>
            </a:endParaRPr>
          </a:p>
        </p:txBody>
      </p:sp>
      <p:sp>
        <p:nvSpPr>
          <p:cNvPr id="51" name="object 51">
            <a:extLst xmlns:a="http://schemas.openxmlformats.org/drawingml/2006/main">
              <a:ext uri="{FF2B5EF4-FFF2-40B4-BE49-F238E27FC236}">
                <a16:creationId xmlns:a16="http://schemas.microsoft.com/office/drawing/2014/main" id="{2DD48A9C-1C76-450E-8793-00CDC5443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5" y="6790369"/>
            <a:ext cx="20093940" cy="125730"/>
          </a:xfrm>
          <a:custGeom xmlns:a="http://schemas.openxmlformats.org/drawingml/2006/main">
            <a:rect l="l" t="t" r="r" b="b"/>
            <a:pathLst>
              <a:path w="20093940" h="125729">
                <a:moveTo>
                  <a:pt x="20093629" y="125650"/>
                </a:moveTo>
                <a:lnTo>
                  <a:pt x="0" y="125650"/>
                </a:lnTo>
                <a:lnTo>
                  <a:pt x="0" y="0"/>
                </a:lnTo>
                <a:lnTo>
                  <a:pt x="20093629" y="0"/>
                </a:lnTo>
                <a:lnTo>
                  <a:pt x="20093629" y="125650"/>
                </a:lnTo>
                <a:close/>
              </a:path>
            </a:pathLst>
          </a:custGeom>
          <a:solidFill xmlns:a="http://schemas.openxmlformats.org/drawingml/2006/main">
            <a:srgbClr val="161616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52" name="object 52">
            <a:extLst xmlns:a="http://schemas.openxmlformats.org/drawingml/2006/main">
              <a:ext uri="{FF2B5EF4-FFF2-40B4-BE49-F238E27FC236}">
                <a16:creationId xmlns:a16="http://schemas.microsoft.com/office/drawing/2014/main" id="{22E46A9E-E853-4307-B73D-7CAA0C97F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874" y="6739566"/>
            <a:ext cx="1412875" cy="1847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143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90"/>
              </a:spcBef>
              <a:buNone/>
            </a:pPr>
            <a:r>
              <a:rPr sz="1050">
                <a:solidFill>
                  <a:srgbClr val="A8A8A8"/>
                </a:solidFill>
                <a:latin typeface="Times New Roman"/>
                <a:ea typeface="Times New Roman"/>
                <a:cs typeface="Times New Roman"/>
              </a:rPr>
              <a:t>Schemo</a:t>
            </a:r>
            <a:r>
              <a:rPr sz="1050" spc="260">
                <a:solidFill>
                  <a:srgbClr val="A8A8A8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50">
                <a:solidFill>
                  <a:srgbClr val="AAAAAA"/>
                </a:solidFill>
                <a:latin typeface="Times New Roman"/>
                <a:ea typeface="Times New Roman"/>
                <a:cs typeface="Times New Roman"/>
              </a:rPr>
              <a:t>ro</a:t>
            </a:r>
            <a:r>
              <a:rPr sz="1050" spc="-90">
                <a:solidFill>
                  <a:srgbClr val="AAAAAA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50" spc="-75">
                <a:solidFill>
                  <a:srgbClr val="A8A8A8"/>
                </a:solidFill>
                <a:latin typeface="Times New Roman"/>
                <a:ea typeface="Times New Roman"/>
                <a:cs typeface="Times New Roman"/>
              </a:rPr>
              <a:t>i</a:t>
            </a:r>
            <a:r>
              <a:rPr sz="1050" spc="-75">
                <a:solidFill>
                  <a:srgbClr val="A5A5A5"/>
                </a:solidFill>
                <a:latin typeface="Times New Roman"/>
                <a:ea typeface="Times New Roman"/>
                <a:cs typeface="Times New Roman"/>
              </a:rPr>
              <a:t>I</a:t>
            </a:r>
            <a:r>
              <a:rPr sz="1050" spc="-75">
                <a:solidFill>
                  <a:srgbClr val="A7A7A7"/>
                </a:solidFill>
                <a:latin typeface="Times New Roman"/>
                <a:ea typeface="Times New Roman"/>
                <a:cs typeface="Times New Roman"/>
              </a:rPr>
              <a:t>s</a:t>
            </a:r>
            <a:r>
              <a:rPr sz="1050" spc="-95">
                <a:solidFill>
                  <a:srgbClr val="A7A7A7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50">
                <a:solidFill>
                  <a:srgbClr val="A8A8A8"/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50" spc="130">
                <a:solidFill>
                  <a:srgbClr val="A8A8A8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50" spc="-10">
                <a:solidFill>
                  <a:srgbClr val="AAAAAA"/>
                </a:solidFill>
                <a:latin typeface="Times New Roman"/>
                <a:ea typeface="Times New Roman"/>
                <a:cs typeface="Times New Roman"/>
              </a:rPr>
              <a:t>cit</a:t>
            </a:r>
            <a:r>
              <a:rPr sz="1050" spc="-135">
                <a:solidFill>
                  <a:srgbClr val="AAAAAA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50">
                <a:solidFill>
                  <a:srgbClr val="A5A5A5"/>
                </a:solidFill>
                <a:latin typeface="Times New Roman"/>
                <a:ea typeface="Times New Roman"/>
                <a:cs typeface="Times New Roman"/>
              </a:rPr>
              <a:t>o</a:t>
            </a:r>
            <a:r>
              <a:rPr sz="1050" spc="-150">
                <a:solidFill>
                  <a:srgbClr val="A5A5A5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50">
                <a:solidFill>
                  <a:srgbClr val="A8A8A8"/>
                </a:solidFill>
                <a:latin typeface="Times New Roman"/>
                <a:ea typeface="Times New Roman"/>
                <a:cs typeface="Times New Roman"/>
              </a:rPr>
              <a:t>I</a:t>
            </a:r>
            <a:r>
              <a:rPr sz="1050">
                <a:solidFill>
                  <a:srgbClr val="A7A7A7"/>
                </a:solidFill>
                <a:latin typeface="Times New Roman"/>
                <a:ea typeface="Times New Roman"/>
                <a:cs typeface="Times New Roman"/>
              </a:rPr>
              <a:t>ion</a:t>
            </a:r>
            <a:r>
              <a:rPr sz="1050" spc="204">
                <a:solidFill>
                  <a:srgbClr val="A7A7A7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50" spc="-370">
                <a:solidFill>
                  <a:srgbClr val="A5A5A5"/>
                </a:solidFill>
                <a:latin typeface="Times New Roman"/>
                <a:ea typeface="Times New Roman"/>
                <a:cs typeface="Times New Roman"/>
              </a:rPr>
              <a:t>I</a:t>
            </a:r>
            <a:r>
              <a:rPr sz="1050" spc="-370">
                <a:solidFill>
                  <a:srgbClr val="AAAAAA"/>
                </a:solidFill>
                <a:latin typeface="Times New Roman"/>
                <a:ea typeface="Times New Roman"/>
                <a:cs typeface="Times New Roman"/>
              </a:rPr>
              <a:t>ed</a:t>
            </a:r>
            <a:endParaRPr sz="105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3" name="object 53">
            <a:extLst xmlns:a="http://schemas.openxmlformats.org/drawingml/2006/main">
              <a:ext uri="{FF2B5EF4-FFF2-40B4-BE49-F238E27FC236}">
                <a16:creationId xmlns:a16="http://schemas.microsoft.com/office/drawing/2014/main" id="{B045DD5A-CD4C-4AB8-9C18-3A30E7985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1718" y="6739566"/>
            <a:ext cx="1694180" cy="1847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143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90"/>
              </a:spcBef>
              <a:buNone/>
            </a:pPr>
            <a:r>
              <a:rPr sz="1050" spc="50">
                <a:solidFill>
                  <a:srgbClr val="A5A5A5"/>
                </a:solidFill>
                <a:latin typeface="Times New Roman"/>
                <a:ea typeface="Times New Roman"/>
                <a:cs typeface="Times New Roman"/>
              </a:rPr>
              <a:t>g</a:t>
            </a:r>
            <a:r>
              <a:rPr sz="1050" spc="50">
                <a:solidFill>
                  <a:srgbClr val="ACACAC"/>
                </a:solidFill>
                <a:latin typeface="Times New Roman"/>
                <a:ea typeface="Times New Roman"/>
                <a:cs typeface="Times New Roman"/>
              </a:rPr>
              <a:t>er,</a:t>
            </a:r>
            <a:r>
              <a:rPr sz="1050" spc="160">
                <a:solidFill>
                  <a:srgbClr val="ACACAC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50">
                <a:solidFill>
                  <a:srgbClr val="A7A7A7"/>
                </a:solidFill>
                <a:latin typeface="Times New Roman"/>
                <a:ea typeface="Times New Roman"/>
                <a:cs typeface="Times New Roman"/>
              </a:rPr>
              <a:t>ten</a:t>
            </a:r>
            <a:r>
              <a:rPr sz="1050" spc="380">
                <a:solidFill>
                  <a:srgbClr val="A7A7A7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50">
                <a:solidFill>
                  <a:srgbClr val="AAAAAA"/>
                </a:solidFill>
                <a:latin typeface="Times New Roman"/>
                <a:ea typeface="Times New Roman"/>
                <a:cs typeface="Times New Roman"/>
              </a:rPr>
              <a:t>oero</a:t>
            </a:r>
            <a:r>
              <a:rPr sz="1050" spc="10">
                <a:solidFill>
                  <a:srgbClr val="AAAAAA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50" spc="-25">
                <a:solidFill>
                  <a:srgbClr val="A8A8A8"/>
                </a:solidFill>
                <a:latin typeface="Times New Roman"/>
                <a:ea typeface="Times New Roman"/>
                <a:cs typeface="Times New Roman"/>
              </a:rPr>
              <a:t>I</a:t>
            </a:r>
            <a:r>
              <a:rPr sz="1050" spc="-95">
                <a:solidFill>
                  <a:srgbClr val="A8A8A8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50" spc="-165">
                <a:solidFill>
                  <a:srgbClr val="A3A3A3"/>
                </a:solidFill>
                <a:latin typeface="Times New Roman"/>
                <a:ea typeface="Times New Roman"/>
                <a:cs typeface="Times New Roman"/>
              </a:rPr>
              <a:t>u</a:t>
            </a:r>
            <a:r>
              <a:rPr sz="1050" spc="-15">
                <a:solidFill>
                  <a:srgbClr val="A3A3A3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50" spc="80">
                <a:solidFill>
                  <a:srgbClr val="AAAAAA"/>
                </a:solidFill>
                <a:latin typeface="Times New Roman"/>
                <a:ea typeface="Times New Roman"/>
                <a:cs typeface="Times New Roman"/>
              </a:rPr>
              <a:t>re-</a:t>
            </a:r>
            <a:r>
              <a:rPr sz="1050" spc="110">
                <a:solidFill>
                  <a:srgbClr val="AAAAAA"/>
                </a:solidFill>
                <a:latin typeface="Times New Roman"/>
                <a:ea typeface="Times New Roman"/>
                <a:cs typeface="Times New Roman"/>
              </a:rPr>
              <a:t>0</a:t>
            </a:r>
            <a:r>
              <a:rPr sz="1050" spc="200">
                <a:solidFill>
                  <a:srgbClr val="AAAAAA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50">
                <a:solidFill>
                  <a:srgbClr val="A8A8A8"/>
                </a:solidFill>
                <a:latin typeface="Times New Roman"/>
                <a:ea typeface="Times New Roman"/>
                <a:cs typeface="Times New Roman"/>
              </a:rPr>
              <a:t>scor</a:t>
            </a:r>
            <a:r>
              <a:rPr sz="1050" spc="-114">
                <a:solidFill>
                  <a:srgbClr val="A8A8A8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50" spc="-25">
                <a:solidFill>
                  <a:srgbClr val="A8A8A8"/>
                </a:solidFill>
                <a:latin typeface="Times New Roman"/>
                <a:ea typeface="Times New Roman"/>
                <a:cs typeface="Times New Roman"/>
              </a:rPr>
              <a:t>ing</a:t>
            </a:r>
            <a:endParaRPr sz="105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4" name="object 54">
            <a:extLst xmlns:a="http://schemas.openxmlformats.org/drawingml/2006/main">
              <a:ext uri="{FF2B5EF4-FFF2-40B4-BE49-F238E27FC236}">
                <a16:creationId xmlns:a16="http://schemas.microsoft.com/office/drawing/2014/main" id="{D7C387D4-22DF-4A86-86E0-BFE2A102E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8085" y="6739566"/>
            <a:ext cx="3499485" cy="1847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143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90"/>
              </a:spcBef>
              <a:buNone/>
            </a:pPr>
            <a:r>
              <a:rPr sz="1050" spc="-85">
                <a:solidFill>
                  <a:srgbClr val="A5A5A5"/>
                </a:solidFill>
                <a:latin typeface="Times New Roman"/>
                <a:ea typeface="Times New Roman"/>
                <a:cs typeface="Times New Roman"/>
              </a:rPr>
              <a:t>G</a:t>
            </a:r>
            <a:r>
              <a:rPr sz="1050" spc="-160">
                <a:solidFill>
                  <a:srgbClr val="A5A5A5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50">
                <a:solidFill>
                  <a:srgbClr val="A7A7A7"/>
                </a:solidFill>
                <a:latin typeface="Times New Roman"/>
                <a:ea typeface="Times New Roman"/>
                <a:cs typeface="Times New Roman"/>
              </a:rPr>
              <a:t>S^</a:t>
            </a:r>
            <a:r>
              <a:rPr sz="1050" spc="-25">
                <a:solidFill>
                  <a:srgbClr val="A7A7A7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50" spc="-30">
                <a:solidFill>
                  <a:srgbClr val="A7A7A7"/>
                </a:solidFill>
                <a:latin typeface="Times New Roman"/>
                <a:ea typeface="Times New Roman"/>
                <a:cs typeface="Times New Roman"/>
              </a:rPr>
              <a:t>N</a:t>
            </a:r>
            <a:r>
              <a:rPr sz="1050" spc="-30">
                <a:solidFill>
                  <a:srgbClr val="AAAAAA"/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50" spc="125">
                <a:solidFill>
                  <a:srgbClr val="AAAAAA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50" spc="-20">
                <a:solidFill>
                  <a:srgbClr val="A8A8A8"/>
                </a:solidFill>
                <a:latin typeface="Times New Roman"/>
                <a:ea typeface="Times New Roman"/>
                <a:cs typeface="Times New Roman"/>
              </a:rPr>
              <a:t>A</a:t>
            </a:r>
            <a:r>
              <a:rPr sz="1050" spc="-20">
                <a:solidFill>
                  <a:srgbClr val="A5A5A5"/>
                </a:solidFill>
                <a:latin typeface="Times New Roman"/>
                <a:ea typeface="Times New Roman"/>
                <a:cs typeface="Times New Roman"/>
              </a:rPr>
              <a:t>c</a:t>
            </a:r>
            <a:r>
              <a:rPr sz="1050" spc="-20">
                <a:solidFill>
                  <a:srgbClr val="A8A8A8"/>
                </a:solidFill>
                <a:latin typeface="Times New Roman"/>
                <a:ea typeface="Times New Roman"/>
                <a:cs typeface="Times New Roman"/>
              </a:rPr>
              <a:t>con</a:t>
            </a:r>
            <a:r>
              <a:rPr sz="1050" spc="-50">
                <a:solidFill>
                  <a:srgbClr val="A8A8A8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50">
                <a:solidFill>
                  <a:srgbClr val="A8A8A8"/>
                </a:solidFill>
                <a:latin typeface="Times New Roman"/>
                <a:ea typeface="Times New Roman"/>
                <a:cs typeface="Times New Roman"/>
              </a:rPr>
              <a:t>nt</a:t>
            </a:r>
            <a:r>
              <a:rPr sz="1050" spc="95">
                <a:solidFill>
                  <a:srgbClr val="A8A8A8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50" spc="-40">
                <a:solidFill>
                  <a:srgbClr val="A8A8A8"/>
                </a:solidFill>
                <a:latin typeface="Times New Roman"/>
                <a:ea typeface="Times New Roman"/>
                <a:cs typeface="Times New Roman"/>
              </a:rPr>
              <a:t>Ag</a:t>
            </a:r>
            <a:r>
              <a:rPr sz="1050" spc="-120">
                <a:solidFill>
                  <a:srgbClr val="A8A8A8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50">
                <a:solidFill>
                  <a:srgbClr val="A5A5A5"/>
                </a:solidFill>
                <a:latin typeface="Times New Roman"/>
                <a:ea typeface="Times New Roman"/>
                <a:cs typeface="Times New Roman"/>
              </a:rPr>
              <a:t>g</a:t>
            </a:r>
            <a:r>
              <a:rPr sz="1050" spc="-75">
                <a:solidFill>
                  <a:srgbClr val="A5A5A5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50">
                <a:solidFill>
                  <a:srgbClr val="A8A8A8"/>
                </a:solidFill>
                <a:latin typeface="Times New Roman"/>
                <a:ea typeface="Times New Roman"/>
                <a:cs typeface="Times New Roman"/>
              </a:rPr>
              <a:t>reg</a:t>
            </a:r>
            <a:r>
              <a:rPr sz="1050" spc="-135">
                <a:solidFill>
                  <a:srgbClr val="A8A8A8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50" spc="-10">
                <a:solidFill>
                  <a:srgbClr val="A7A7A7"/>
                </a:solidFill>
                <a:latin typeface="Times New Roman"/>
                <a:ea typeface="Times New Roman"/>
                <a:cs typeface="Times New Roman"/>
              </a:rPr>
              <a:t>of</a:t>
            </a:r>
            <a:r>
              <a:rPr sz="1050" spc="-60">
                <a:solidFill>
                  <a:srgbClr val="A7A7A7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50">
                <a:solidFill>
                  <a:srgbClr val="A8A8A8"/>
                </a:solidFill>
                <a:latin typeface="Times New Roman"/>
                <a:ea typeface="Times New Roman"/>
                <a:cs typeface="Times New Roman"/>
              </a:rPr>
              <a:t>or</a:t>
            </a:r>
            <a:r>
              <a:rPr sz="1050" spc="105">
                <a:solidFill>
                  <a:srgbClr val="A8A8A8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50">
                <a:solidFill>
                  <a:srgbClr val="A5A5A5"/>
                </a:solidFill>
                <a:latin typeface="Times New Roman"/>
                <a:ea typeface="Times New Roman"/>
                <a:cs typeface="Times New Roman"/>
              </a:rPr>
              <a:t>'</a:t>
            </a:r>
            <a:r>
              <a:rPr sz="1050" spc="105">
                <a:solidFill>
                  <a:srgbClr val="A5A5A5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50" spc="-10">
                <a:solidFill>
                  <a:srgbClr val="AAAAAA"/>
                </a:solidFill>
                <a:latin typeface="Times New Roman"/>
                <a:ea typeface="Times New Roman"/>
                <a:cs typeface="Times New Roman"/>
              </a:rPr>
              <a:t>So</a:t>
            </a:r>
            <a:r>
              <a:rPr sz="1050" spc="-80">
                <a:solidFill>
                  <a:srgbClr val="AAAAAA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50">
                <a:solidFill>
                  <a:srgbClr val="ACACAC"/>
                </a:solidFill>
                <a:latin typeface="Times New Roman"/>
                <a:ea typeface="Times New Roman"/>
                <a:cs typeface="Times New Roman"/>
              </a:rPr>
              <a:t>ho</a:t>
            </a:r>
            <a:r>
              <a:rPr sz="1050" spc="-80">
                <a:solidFill>
                  <a:srgbClr val="ACACAC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50">
                <a:solidFill>
                  <a:srgbClr val="A8A8A8"/>
                </a:solidFill>
                <a:latin typeface="Times New Roman"/>
                <a:ea typeface="Times New Roman"/>
                <a:cs typeface="Times New Roman"/>
              </a:rPr>
              <a:t>not</a:t>
            </a:r>
            <a:r>
              <a:rPr sz="1050" spc="310">
                <a:solidFill>
                  <a:srgbClr val="A8A8A8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50">
                <a:solidFill>
                  <a:srgbClr val="AAAAAA"/>
                </a:solidFill>
                <a:latin typeface="Times New Roman"/>
                <a:ea typeface="Times New Roman"/>
                <a:cs typeface="Times New Roman"/>
              </a:rPr>
              <a:t>i</a:t>
            </a:r>
            <a:r>
              <a:rPr sz="1050">
                <a:solidFill>
                  <a:srgbClr val="A5A5A5"/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50" spc="150">
                <a:solidFill>
                  <a:srgbClr val="A5A5A5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50" spc="-275">
                <a:solidFill>
                  <a:srgbClr val="A5A5A5"/>
                </a:solidFill>
                <a:latin typeface="Times New Roman"/>
                <a:ea typeface="Times New Roman"/>
                <a:cs typeface="Times New Roman"/>
              </a:rPr>
              <a:t>M</a:t>
            </a:r>
            <a:r>
              <a:rPr sz="1050" spc="-85">
                <a:solidFill>
                  <a:srgbClr val="A5A5A5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50" spc="-110">
                <a:solidFill>
                  <a:srgbClr val="ACACAC"/>
                </a:solidFill>
                <a:latin typeface="Times New Roman"/>
                <a:ea typeface="Times New Roman"/>
                <a:cs typeface="Times New Roman"/>
              </a:rPr>
              <a:t>CAPS</a:t>
            </a:r>
            <a:r>
              <a:rPr sz="1050" spc="-135">
                <a:solidFill>
                  <a:srgbClr val="ACACAC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50">
                <a:solidFill>
                  <a:srgbClr val="A7A7A7"/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50" spc="55">
                <a:solidFill>
                  <a:srgbClr val="A7A7A7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50" spc="-35">
                <a:solidFill>
                  <a:srgbClr val="A8A8A8"/>
                </a:solidFill>
                <a:latin typeface="Times New Roman"/>
                <a:ea typeface="Times New Roman"/>
                <a:cs typeface="Times New Roman"/>
              </a:rPr>
              <a:t>e-</a:t>
            </a:r>
            <a:r>
              <a:rPr sz="1050" spc="240">
                <a:solidFill>
                  <a:srgbClr val="A8A8A8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50" spc="-20">
                <a:solidFill>
                  <a:srgbClr val="AAAAAA"/>
                </a:solidFill>
                <a:latin typeface="Times New Roman"/>
                <a:ea typeface="Times New Roman"/>
                <a:cs typeface="Times New Roman"/>
              </a:rPr>
              <a:t>Con</a:t>
            </a:r>
            <a:r>
              <a:rPr sz="1050" spc="-50">
                <a:solidFill>
                  <a:srgbClr val="AAAAAA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50" spc="-25">
                <a:solidFill>
                  <a:srgbClr val="A8A8A8"/>
                </a:solidFill>
                <a:latin typeface="Times New Roman"/>
                <a:ea typeface="Times New Roman"/>
                <a:cs typeface="Times New Roman"/>
              </a:rPr>
              <a:t>rts</a:t>
            </a:r>
            <a:endParaRPr sz="105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5" name="object 55">
            <a:extLst xmlns:a="http://schemas.openxmlformats.org/drawingml/2006/main">
              <a:ext uri="{FF2B5EF4-FFF2-40B4-BE49-F238E27FC236}">
                <a16:creationId xmlns:a16="http://schemas.microsoft.com/office/drawing/2014/main" id="{9C0527B4-E2DE-450E-ABDD-B0487033C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6795" y="6291214"/>
            <a:ext cx="2851785" cy="6330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4732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60"/>
              </a:spcBef>
              <a:buNone/>
            </a:pPr>
            <a:r>
              <a:rPr sz="1450" spc="105">
                <a:solidFill>
                  <a:srgbClr val="CACACA"/>
                </a:solidFill>
                <a:latin typeface="Times New Roman"/>
                <a:ea typeface="Times New Roman"/>
                <a:cs typeface="Times New Roman"/>
              </a:rPr>
              <a:t>SecOps</a:t>
            </a:r>
            <a:r>
              <a:rPr sz="1450" spc="45">
                <a:solidFill>
                  <a:srgbClr val="CACACA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50">
                <a:solidFill>
                  <a:srgbClr val="A0936B"/>
                </a:solidFill>
                <a:latin typeface="Times New Roman"/>
                <a:ea typeface="Times New Roman"/>
                <a:cs typeface="Times New Roman"/>
              </a:rPr>
              <a:t>&amp;</a:t>
            </a:r>
            <a:r>
              <a:rPr sz="1450" spc="30">
                <a:solidFill>
                  <a:srgbClr val="A0936B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50" spc="120">
                <a:solidFill>
                  <a:srgbClr val="D8D4B1"/>
                </a:solidFill>
                <a:latin typeface="Times New Roman"/>
                <a:ea typeface="Times New Roman"/>
                <a:cs typeface="Times New Roman"/>
              </a:rPr>
              <a:t>evaluation</a:t>
            </a:r>
            <a:endParaRPr sz="145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17780">
              <a:lnSpc>
                <a:spcPct val="100000"/>
              </a:lnSpc>
              <a:spcBef>
                <a:spcPts val="720"/>
              </a:spcBef>
              <a:buNone/>
              <a:tabLst>
                <a:tab pos="438784" algn="l"/>
              </a:tabLst>
            </a:pPr>
            <a:r>
              <a:rPr sz="1050" spc="-160">
                <a:solidFill>
                  <a:srgbClr val="A8A8A8"/>
                </a:solidFill>
                <a:latin typeface="Times New Roman"/>
                <a:ea typeface="Times New Roman"/>
                <a:cs typeface="Times New Roman"/>
              </a:rPr>
              <a:t>A</a:t>
            </a:r>
            <a:r>
              <a:rPr sz="1050" spc="-70">
                <a:solidFill>
                  <a:srgbClr val="A8A8A8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50" spc="-335">
                <a:solidFill>
                  <a:srgbClr val="A7A7A7"/>
                </a:solidFill>
                <a:latin typeface="Times New Roman"/>
                <a:ea typeface="Times New Roman"/>
                <a:cs typeface="Times New Roman"/>
              </a:rPr>
              <a:t>I</a:t>
            </a:r>
            <a:r>
              <a:rPr sz="1050" spc="-335">
                <a:solidFill>
                  <a:srgbClr val="AAAAAA"/>
                </a:solidFill>
                <a:latin typeface="Times New Roman"/>
                <a:ea typeface="Times New Roman"/>
                <a:cs typeface="Times New Roman"/>
              </a:rPr>
              <a:t>non</a:t>
            </a:r>
            <a:r>
              <a:rPr sz="1050">
                <a:solidFill>
                  <a:srgbClr val="AAAAAA"/>
                </a:solidFill>
                <a:latin typeface="Times New Roman"/>
                <a:ea typeface="Times New Roman"/>
                <a:cs typeface="Times New Roman"/>
              </a:rPr>
              <a:t>	</a:t>
            </a:r>
            <a:r>
              <a:rPr sz="1050">
                <a:solidFill>
                  <a:srgbClr val="A7A7A7"/>
                </a:solidFill>
                <a:latin typeface="Times New Roman"/>
                <a:ea typeface="Times New Roman"/>
                <a:cs typeface="Times New Roman"/>
              </a:rPr>
              <a:t>it</a:t>
            </a:r>
            <a:r>
              <a:rPr sz="1050">
                <a:solidFill>
                  <a:srgbClr val="AAAAAA"/>
                </a:solidFill>
                <a:latin typeface="Times New Roman"/>
                <a:ea typeface="Times New Roman"/>
                <a:cs typeface="Times New Roman"/>
              </a:rPr>
              <a:t>or</a:t>
            </a:r>
            <a:r>
              <a:rPr sz="1050" spc="-145">
                <a:solidFill>
                  <a:srgbClr val="AAAAAA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50" spc="-20">
                <a:solidFill>
                  <a:srgbClr val="A8A8A8"/>
                </a:solidFill>
                <a:latin typeface="Times New Roman"/>
                <a:ea typeface="Times New Roman"/>
                <a:cs typeface="Times New Roman"/>
              </a:rPr>
              <a:t>ing</a:t>
            </a:r>
            <a:r>
              <a:rPr sz="1050" spc="-75">
                <a:solidFill>
                  <a:srgbClr val="A8A8A8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50">
                <a:solidFill>
                  <a:srgbClr val="A5A5A5"/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1050" spc="160">
                <a:solidFill>
                  <a:srgbClr val="A5A5A5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50" spc="-10">
                <a:solidFill>
                  <a:srgbClr val="AAAAAA"/>
                </a:solidFill>
                <a:latin typeface="Times New Roman"/>
                <a:ea typeface="Times New Roman"/>
                <a:cs typeface="Times New Roman"/>
              </a:rPr>
              <a:t>ino</a:t>
            </a:r>
            <a:r>
              <a:rPr sz="1050" spc="-90">
                <a:solidFill>
                  <a:srgbClr val="AAAAAA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50">
                <a:solidFill>
                  <a:srgbClr val="A8A8A8"/>
                </a:solidFill>
                <a:latin typeface="Times New Roman"/>
                <a:ea typeface="Times New Roman"/>
                <a:cs typeface="Times New Roman"/>
              </a:rPr>
              <a:t>ct</a:t>
            </a:r>
            <a:r>
              <a:rPr sz="1050" spc="-100">
                <a:solidFill>
                  <a:srgbClr val="A8A8A8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50" spc="-75">
                <a:solidFill>
                  <a:srgbClr val="A8A8A8"/>
                </a:solidFill>
                <a:latin typeface="Times New Roman"/>
                <a:ea typeface="Times New Roman"/>
                <a:cs typeface="Times New Roman"/>
              </a:rPr>
              <a:t>iv</a:t>
            </a:r>
            <a:r>
              <a:rPr sz="1050" spc="-105">
                <a:solidFill>
                  <a:srgbClr val="A8A8A8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50">
                <a:solidFill>
                  <a:srgbClr val="A5A5A5"/>
                </a:solidFill>
                <a:latin typeface="Times New Roman"/>
                <a:ea typeface="Times New Roman"/>
                <a:cs typeface="Times New Roman"/>
              </a:rPr>
              <a:t>ity</a:t>
            </a:r>
            <a:r>
              <a:rPr sz="1050" spc="95">
                <a:solidFill>
                  <a:srgbClr val="A5A5A5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50" spc="60">
                <a:solidFill>
                  <a:srgbClr val="A8A8A8"/>
                </a:solidFill>
                <a:latin typeface="Times New Roman"/>
                <a:ea typeface="Times New Roman"/>
                <a:cs typeface="Times New Roman"/>
              </a:rPr>
              <a:t>sent</a:t>
            </a:r>
            <a:r>
              <a:rPr sz="1050" spc="-90">
                <a:solidFill>
                  <a:srgbClr val="A8A8A8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50" spc="-35">
                <a:solidFill>
                  <a:srgbClr val="AAAAAA"/>
                </a:solidFill>
                <a:latin typeface="Times New Roman"/>
                <a:ea typeface="Times New Roman"/>
                <a:cs typeface="Times New Roman"/>
              </a:rPr>
              <a:t>incl</a:t>
            </a:r>
            <a:r>
              <a:rPr sz="1050" spc="-50">
                <a:solidFill>
                  <a:srgbClr val="AAAAAA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50">
                <a:solidFill>
                  <a:srgbClr val="A5A5A5"/>
                </a:solidFill>
                <a:latin typeface="Times New Roman"/>
                <a:ea typeface="Times New Roman"/>
                <a:cs typeface="Times New Roman"/>
              </a:rPr>
              <a:t>,</a:t>
            </a:r>
            <a:r>
              <a:rPr sz="1050" spc="160">
                <a:solidFill>
                  <a:srgbClr val="A5A5A5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50" spc="-145">
                <a:solidFill>
                  <a:srgbClr val="A8A8A8"/>
                </a:solidFill>
                <a:latin typeface="Times New Roman"/>
                <a:ea typeface="Times New Roman"/>
                <a:cs typeface="Times New Roman"/>
              </a:rPr>
              <a:t>SI</a:t>
            </a:r>
            <a:r>
              <a:rPr sz="1050" spc="-110">
                <a:solidFill>
                  <a:srgbClr val="A8A8A8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50">
                <a:solidFill>
                  <a:srgbClr val="ACACAC"/>
                </a:solidFill>
                <a:latin typeface="Times New Roman"/>
                <a:ea typeface="Times New Roman"/>
                <a:cs typeface="Times New Roman"/>
              </a:rPr>
              <a:t>o</a:t>
            </a:r>
            <a:r>
              <a:rPr sz="1050">
                <a:solidFill>
                  <a:srgbClr val="A7A7A7"/>
                </a:solidFill>
                <a:latin typeface="Times New Roman"/>
                <a:ea typeface="Times New Roman"/>
                <a:cs typeface="Times New Roman"/>
              </a:rPr>
              <a:t>ck</a:t>
            </a:r>
            <a:r>
              <a:rPr sz="1050" spc="100">
                <a:solidFill>
                  <a:srgbClr val="A7A7A7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50">
                <a:solidFill>
                  <a:srgbClr val="AAAAAA"/>
                </a:solidFill>
                <a:latin typeface="Times New Roman"/>
                <a:ea typeface="Times New Roman"/>
                <a:cs typeface="Times New Roman"/>
              </a:rPr>
              <a:t>SecOo</a:t>
            </a:r>
            <a:r>
              <a:rPr sz="1050" spc="-165">
                <a:solidFill>
                  <a:srgbClr val="AAAAAA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50" spc="-50">
                <a:solidFill>
                  <a:srgbClr val="A5A5A5"/>
                </a:solidFill>
                <a:latin typeface="Times New Roman"/>
                <a:ea typeface="Times New Roman"/>
                <a:cs typeface="Times New Roman"/>
              </a:rPr>
              <a:t>s</a:t>
            </a:r>
            <a:endParaRPr sz="105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20" name="object 5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af76dfd5eb4ef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9067482" y="10764070"/>
            <a:ext cx="424070" cy="89002"/>
          </a:xfrm>
          <a:prstGeom xmlns:a="http://schemas.openxmlformats.org/drawingml/2006/main" prst="rect">
            <a:avLst/>
          </a:prstGeom>
        </p:spPr>
      </p:pic>
      <p:sp>
        <p:nvSpPr>
          <p:cNvPr id="58" name="object 58">
            <a:extLst xmlns:a="http://schemas.openxmlformats.org/drawingml/2006/main">
              <a:ext uri="{FF2B5EF4-FFF2-40B4-BE49-F238E27FC236}">
                <a16:creationId xmlns:a16="http://schemas.microsoft.com/office/drawing/2014/main" id="{2A255F31-A2FF-43E3-B1AA-7A0A1485F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35" y="10758834"/>
            <a:ext cx="20093940" cy="94615"/>
          </a:xfrm>
          <a:custGeom xmlns:a="http://schemas.openxmlformats.org/drawingml/2006/main">
            <a:rect l="l" t="t" r="r" b="b"/>
            <a:pathLst>
              <a:path w="20093940" h="94615">
                <a:moveTo>
                  <a:pt x="20093629" y="94237"/>
                </a:moveTo>
                <a:lnTo>
                  <a:pt x="0" y="94237"/>
                </a:lnTo>
                <a:lnTo>
                  <a:pt x="0" y="0"/>
                </a:lnTo>
                <a:lnTo>
                  <a:pt x="20093629" y="0"/>
                </a:lnTo>
                <a:lnTo>
                  <a:pt x="20093629" y="94237"/>
                </a:lnTo>
                <a:close/>
              </a:path>
            </a:pathLst>
          </a:custGeom>
          <a:solidFill xmlns:a="http://schemas.openxmlformats.org/drawingml/2006/main">
            <a:srgbClr val="1C1C1C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59" name="object 59">
            <a:extLst xmlns:a="http://schemas.openxmlformats.org/drawingml/2006/main">
              <a:ext uri="{FF2B5EF4-FFF2-40B4-BE49-F238E27FC236}">
                <a16:creationId xmlns:a16="http://schemas.microsoft.com/office/drawing/2014/main" id="{5BD670C5-B677-40D1-B9A3-ADCE218D9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684" y="10723011"/>
            <a:ext cx="2235835" cy="1536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143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90"/>
              </a:spcBef>
              <a:buNone/>
              <a:tabLst>
                <a:tab pos="1183005" algn="l"/>
              </a:tabLst>
            </a:pPr>
            <a:r>
              <a:rPr sz="850" spc="-70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E</a:t>
            </a:r>
            <a:r>
              <a:rPr sz="850" spc="-80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N</a:t>
            </a:r>
            <a:r>
              <a:rPr sz="850" spc="-60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>
                <a:solidFill>
                  <a:srgbClr val="A8A8A8"/>
                </a:solidFill>
                <a:latin typeface="Arial MT"/>
                <a:ea typeface="Arial MT"/>
                <a:cs typeface="Arial MT"/>
              </a:rPr>
              <a:t>V</a:t>
            </a:r>
            <a:r>
              <a:rPr sz="850" spc="-35">
                <a:solidFill>
                  <a:srgbClr val="A8A8A8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 spc="-70">
                <a:solidFill>
                  <a:srgbClr val="A7A7A7"/>
                </a:solidFill>
                <a:latin typeface="Arial MT"/>
                <a:ea typeface="Arial MT"/>
                <a:cs typeface="Arial MT"/>
              </a:rPr>
              <a:t>E</a:t>
            </a:r>
            <a:r>
              <a:rPr sz="850" spc="-125">
                <a:solidFill>
                  <a:srgbClr val="A7A7A7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R</a:t>
            </a:r>
            <a:r>
              <a:rPr sz="850" spc="275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850" spc="10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I</a:t>
            </a:r>
            <a:r>
              <a:rPr sz="850" spc="204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 spc="-10">
                <a:solidFill>
                  <a:srgbClr val="A3A3A3"/>
                </a:solidFill>
                <a:latin typeface="Arial MT"/>
                <a:ea typeface="Arial MT"/>
                <a:cs typeface="Arial MT"/>
              </a:rPr>
              <a:t>T</a:t>
            </a:r>
            <a:r>
              <a:rPr sz="850" spc="-70">
                <a:solidFill>
                  <a:srgbClr val="A3A3A3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 spc="-70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E</a:t>
            </a:r>
            <a:r>
              <a:rPr sz="850" spc="-100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>
                <a:solidFill>
                  <a:srgbClr val="A7A7A7"/>
                </a:solidFill>
                <a:latin typeface="Arial MT"/>
                <a:ea typeface="Arial MT"/>
                <a:cs typeface="Arial MT"/>
              </a:rPr>
              <a:t>C</a:t>
            </a:r>
            <a:r>
              <a:rPr sz="850" spc="-50">
                <a:solidFill>
                  <a:srgbClr val="A7A7A7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 spc="-50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H</a:t>
            </a:r>
            <a:r>
              <a:rPr sz="850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	C</a:t>
            </a:r>
            <a:r>
              <a:rPr sz="850" spc="-15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O</a:t>
            </a:r>
            <a:r>
              <a:rPr sz="850" spc="-45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N</a:t>
            </a:r>
            <a:r>
              <a:rPr sz="850" spc="-40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 spc="-75">
                <a:solidFill>
                  <a:srgbClr val="A3A3A3"/>
                </a:solidFill>
                <a:latin typeface="Arial MT"/>
                <a:ea typeface="Arial MT"/>
                <a:cs typeface="Arial MT"/>
              </a:rPr>
              <a:t>F</a:t>
            </a:r>
            <a:r>
              <a:rPr sz="850" spc="-85">
                <a:solidFill>
                  <a:srgbClr val="A3A3A3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>
                <a:solidFill>
                  <a:srgbClr val="A3A3A3"/>
                </a:solidFill>
                <a:latin typeface="Arial MT"/>
                <a:ea typeface="Arial MT"/>
                <a:cs typeface="Arial MT"/>
              </a:rPr>
              <a:t>I</a:t>
            </a:r>
            <a:r>
              <a:rPr sz="850" spc="-50">
                <a:solidFill>
                  <a:srgbClr val="A3A3A3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>
                <a:solidFill>
                  <a:srgbClr val="AAAAAA"/>
                </a:solidFill>
                <a:latin typeface="Arial MT"/>
                <a:ea typeface="Arial MT"/>
                <a:cs typeface="Arial MT"/>
              </a:rPr>
              <a:t>D</a:t>
            </a:r>
            <a:r>
              <a:rPr sz="850" spc="-95">
                <a:solidFill>
                  <a:srgbClr val="AAAAAA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 spc="-70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E</a:t>
            </a:r>
            <a:r>
              <a:rPr sz="850" spc="-80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N</a:t>
            </a:r>
            <a:r>
              <a:rPr sz="850" spc="-70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T</a:t>
            </a:r>
            <a:r>
              <a:rPr sz="850" spc="-40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>
                <a:solidFill>
                  <a:srgbClr val="A3A3A3"/>
                </a:solidFill>
                <a:latin typeface="Arial MT"/>
                <a:ea typeface="Arial MT"/>
                <a:cs typeface="Arial MT"/>
              </a:rPr>
              <a:t>I</a:t>
            </a:r>
            <a:r>
              <a:rPr sz="850" spc="-25">
                <a:solidFill>
                  <a:srgbClr val="A3A3A3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850" spc="5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 spc="-50">
                <a:solidFill>
                  <a:srgbClr val="AAAAAA"/>
                </a:solidFill>
                <a:latin typeface="Arial MT"/>
                <a:ea typeface="Arial MT"/>
                <a:cs typeface="Arial MT"/>
              </a:rPr>
              <a:t>L</a:t>
            </a:r>
            <a:endParaRPr sz="850">
              <a:latin typeface="Arial MT"/>
              <a:ea typeface="Arial MT"/>
              <a:cs typeface="Arial MT"/>
            </a:endParaRP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4118408-79F5-488E-8009-7CF2A756B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52425"/>
            <a:ext cx="24765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11"/>
          </a:solidFill>
          <a:ln xmlns:a="http://schemas.openxmlformats.org/drawingml/2006/main" w="0">
            <a:noFill/>
          </a:ln>
        </p:spPr>
      </p:sp>
      <p:pic>
        <p:nvPicPr>
          <p:cNvPr id="1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5316a9eed24323"/>
          <a:srcRect xmlns:a="http://schemas.openxmlformats.org/drawingml/2006/main" l="314" t="0" r="31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2925" y="428625"/>
            <a:ext cx="361950" cy="361950"/>
          </a:xfrm>
          <a:prstGeom xmlns:a="http://schemas.openxmlformats.org/drawingml/2006/main" prst="ellipse">
            <a:avLst/>
          </a:prstGeom>
        </p:spPr>
      </p:pic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4915A9C-E80E-4702-B64C-8B00697DE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6725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 spc="2">
                <a:solidFill>
                  <a:srgbClr val="C6A448"/>
                </a:solidFill>
                <a:latin typeface="Arial"/>
                <a:ea typeface="Arial"/>
                <a:cs typeface="Arial"/>
              </a:defRPr>
            </a:pPr>
            <a:r>
              <a:rPr sz="900" b="1" spc="2">
                <a:solidFill>
                  <a:srgbClr val="C6A448"/>
                </a:solidFill>
                <a:latin typeface="Arial"/>
                <a:ea typeface="Arial"/>
                <a:cs typeface="Arial"/>
              </a:rPr>
              <a:t>ENVER AI TECH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9E1A9B7-12FE-4D6A-B3F2-F2B28B33F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647700"/>
            <a:ext cx="14763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3103"/>
          </a:bodyPr>
          <a:lstStyle xmlns:a="http://schemas.openxmlformats.org/drawingml/2006/main"/>
          <a:p xmlns:a="http://schemas.openxmlformats.org/drawingml/2006/main">
            <a:pPr>
              <a:defRPr sz="638" spc="1">
                <a:solidFill>
                  <a:srgbClr val="A3B2A8"/>
                </a:solidFill>
                <a:latin typeface="Arial"/>
                <a:ea typeface="Arial"/>
                <a:cs typeface="Arial"/>
              </a:defRPr>
            </a:pPr>
            <a:r>
              <a:rPr sz="638" spc="1">
                <a:solidFill>
                  <a:srgbClr val="A3B2A8"/>
                </a:solidFill>
                <a:latin typeface="Arial"/>
                <a:ea typeface="Arial"/>
                <a:cs typeface="Arial"/>
              </a:rPr>
              <a:t>ARTIFICER MVP</a:t>
            </a:r>
          </a:p>
        </p:txBody>
      </p:sp>
    </p:spTree>
    <p:extLst>
      <p:ext uri="{BB962C8B-B14F-4D97-AF65-F5344CB8AC3E}">
        <p14:creationId xmlns:p14="http://schemas.microsoft.com/office/powerpoint/2010/main" val="1071734066"/>
      </p:ext>
    </p:extLst>
  </p:cSld>
</p:sld>
</file>

<file path=ppt/slides/slide3.xml><?xml version="1.0" encoding="utf-8"?>
<p:sld xmlns:p="http://schemas.openxmlformats.org/presentationml/2006/main" showMasterSp="0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object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b2871641a84c5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1272212"/>
            <a:ext cx="20104100" cy="382187"/>
          </a:xfrm>
          <a:prstGeom xmlns:a="http://schemas.openxmlformats.org/drawingml/2006/main" prst="rect">
            <a:avLst/>
          </a:prstGeom>
        </p:spPr>
      </p:pic>
      <p:sp>
        <p:nvSpPr>
          <p:cNvPr id="4" name="object 4">
            <a:extLst xmlns:a="http://schemas.openxmlformats.org/drawingml/2006/main">
              <a:ext uri="{FF2B5EF4-FFF2-40B4-BE49-F238E27FC236}">
                <a16:creationId xmlns:a16="http://schemas.microsoft.com/office/drawing/2014/main" id="{3AA26DF9-5424-409D-BAA4-96EAF1340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6369" y="1272212"/>
            <a:ext cx="10392410" cy="377190"/>
          </a:xfrm>
          <a:custGeom xmlns:a="http://schemas.openxmlformats.org/drawingml/2006/main">
            <a:rect l="l" t="t" r="r" b="b"/>
            <a:pathLst>
              <a:path w="10392410" h="377189">
                <a:moveTo>
                  <a:pt x="10392350" y="376951"/>
                </a:moveTo>
                <a:lnTo>
                  <a:pt x="0" y="376951"/>
                </a:lnTo>
                <a:lnTo>
                  <a:pt x="0" y="0"/>
                </a:lnTo>
                <a:lnTo>
                  <a:pt x="10392350" y="0"/>
                </a:lnTo>
                <a:lnTo>
                  <a:pt x="10392350" y="376951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1DB3053C-DAC5-4FA8-90D1-E4681DDC6E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3323" y="1112047"/>
            <a:ext cx="10415905" cy="6489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714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5"/>
              </a:spcBef>
              <a:buNone/>
            </a:pPr>
            <a:r>
              <a:rPr sz="4050" spc="-65">
                <a:solidFill>
                  <a:srgbClr val="EBEBEB"/>
                </a:solidFill>
                <a:latin typeface="Cambria"/>
                <a:ea typeface="Cambria"/>
                <a:cs typeface="Cambria"/>
              </a:rPr>
              <a:t>We</a:t>
            </a:r>
            <a:r>
              <a:rPr sz="4050" spc="-315">
                <a:solidFill>
                  <a:srgbClr val="EBEBEB"/>
                </a:solidFill>
                <a:latin typeface="Cambria"/>
                <a:ea typeface="Cambria"/>
                <a:cs typeface="Cambria"/>
              </a:rPr>
              <a:t> </a:t>
            </a:r>
            <a:r>
              <a:rPr sz="4050" spc="-30">
                <a:solidFill>
                  <a:srgbClr val="EBEBEB"/>
                </a:solidFill>
                <a:latin typeface="Cambria"/>
                <a:ea typeface="Cambria"/>
                <a:cs typeface="Cambria"/>
              </a:rPr>
              <a:t>did</a:t>
            </a:r>
            <a:r>
              <a:rPr sz="4050" spc="-235">
                <a:solidFill>
                  <a:srgbClr val="EBEBEB"/>
                </a:solidFill>
                <a:latin typeface="Cambria"/>
                <a:ea typeface="Cambria"/>
                <a:cs typeface="Cambria"/>
              </a:rPr>
              <a:t> </a:t>
            </a:r>
            <a:r>
              <a:rPr sz="4050" spc="-35">
                <a:solidFill>
                  <a:srgbClr val="EDEDED"/>
                </a:solidFill>
                <a:latin typeface="Cambria"/>
                <a:ea typeface="Cambria"/>
                <a:cs typeface="Cambria"/>
              </a:rPr>
              <a:t>not</a:t>
            </a:r>
            <a:r>
              <a:rPr sz="4050" spc="-190">
                <a:solidFill>
                  <a:srgbClr val="EDEDED"/>
                </a:solidFill>
                <a:latin typeface="Cambria"/>
                <a:ea typeface="Cambria"/>
                <a:cs typeface="Cambria"/>
              </a:rPr>
              <a:t> </a:t>
            </a:r>
            <a:r>
              <a:rPr sz="4050" spc="-45">
                <a:solidFill>
                  <a:srgbClr val="EDEDED"/>
                </a:solidFill>
                <a:latin typeface="Cambria"/>
                <a:ea typeface="Cambria"/>
                <a:cs typeface="Cambria"/>
              </a:rPr>
              <a:t>start</a:t>
            </a:r>
            <a:r>
              <a:rPr sz="4050" spc="-140">
                <a:solidFill>
                  <a:srgbClr val="EDEDED"/>
                </a:solidFill>
                <a:latin typeface="Cambria"/>
                <a:ea typeface="Cambria"/>
                <a:cs typeface="Cambria"/>
              </a:rPr>
              <a:t> </a:t>
            </a:r>
            <a:r>
              <a:rPr sz="4050">
                <a:latin typeface="Cambria"/>
                <a:ea typeface="Cambria"/>
                <a:cs typeface="Cambria"/>
              </a:rPr>
              <a:t>in</a:t>
            </a:r>
            <a:r>
              <a:rPr sz="4050" spc="-420">
                <a:latin typeface="Cambria"/>
                <a:ea typeface="Cambria"/>
                <a:cs typeface="Cambria"/>
              </a:rPr>
              <a:t> </a:t>
            </a:r>
            <a:r>
              <a:rPr sz="4050" spc="-25">
                <a:solidFill>
                  <a:srgbClr val="EDEDED"/>
                </a:solidFill>
                <a:latin typeface="Cambria"/>
                <a:ea typeface="Cambria"/>
                <a:cs typeface="Cambria"/>
              </a:rPr>
              <a:t>credit.</a:t>
            </a:r>
            <a:r>
              <a:rPr sz="4050" spc="-170">
                <a:solidFill>
                  <a:srgbClr val="EDEDED"/>
                </a:solidFill>
                <a:latin typeface="Cambria"/>
                <a:ea typeface="Cambria"/>
                <a:cs typeface="Cambria"/>
              </a:rPr>
              <a:t> </a:t>
            </a:r>
            <a:r>
              <a:rPr sz="4050">
                <a:latin typeface="Cambria"/>
                <a:ea typeface="Cambria"/>
                <a:cs typeface="Cambria"/>
              </a:rPr>
              <a:t>Credit</a:t>
            </a:r>
            <a:r>
              <a:rPr sz="4050" spc="-40">
                <a:latin typeface="Cambria"/>
                <a:ea typeface="Cambria"/>
                <a:cs typeface="Cambria"/>
              </a:rPr>
              <a:t> </a:t>
            </a:r>
            <a:r>
              <a:rPr sz="4050">
                <a:solidFill>
                  <a:srgbClr val="F2F2F2"/>
                </a:solidFill>
                <a:latin typeface="Cambria"/>
                <a:ea typeface="Cambria"/>
                <a:cs typeface="Cambria"/>
              </a:rPr>
              <a:t>found</a:t>
            </a:r>
            <a:r>
              <a:rPr sz="4050" spc="-95">
                <a:solidFill>
                  <a:srgbClr val="F2F2F2"/>
                </a:solidFill>
                <a:latin typeface="Cambria"/>
                <a:ea typeface="Cambria"/>
                <a:cs typeface="Cambria"/>
              </a:rPr>
              <a:t> </a:t>
            </a:r>
            <a:r>
              <a:rPr sz="4050" spc="-65">
                <a:solidFill>
                  <a:srgbClr val="EDEDED"/>
                </a:solidFill>
                <a:latin typeface="Cambria"/>
                <a:ea typeface="Cambria"/>
                <a:cs typeface="Cambria"/>
              </a:rPr>
              <a:t>the</a:t>
            </a:r>
            <a:r>
              <a:rPr sz="4050" spc="-235">
                <a:solidFill>
                  <a:srgbClr val="EDEDED"/>
                </a:solidFill>
                <a:latin typeface="Cambria"/>
                <a:ea typeface="Cambria"/>
                <a:cs typeface="Cambria"/>
              </a:rPr>
              <a:t> </a:t>
            </a:r>
            <a:r>
              <a:rPr sz="4050" spc="-10">
                <a:solidFill>
                  <a:srgbClr val="EFEFEF"/>
                </a:solidFill>
                <a:latin typeface="Cambria"/>
                <a:ea typeface="Cambria"/>
                <a:cs typeface="Cambria"/>
              </a:rPr>
              <a:t>work.</a:t>
            </a:r>
            <a:endParaRPr sz="4050">
              <a:latin typeface="Cambria"/>
              <a:ea typeface="Cambria"/>
              <a:cs typeface="Cambria"/>
            </a:endParaRP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49C0C8-7B4A-4CD1-8749-2101EA9DC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52425"/>
            <a:ext cx="24765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11"/>
          </a:solidFill>
          <a:ln xmlns:a="http://schemas.openxmlformats.org/drawingml/2006/main" w="0">
            <a:noFill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7fc29d6b8f44c5"/>
          <a:srcRect xmlns:a="http://schemas.openxmlformats.org/drawingml/2006/main" l="314" t="0" r="31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2925" y="428625"/>
            <a:ext cx="361950" cy="361950"/>
          </a:xfrm>
          <a:prstGeom xmlns:a="http://schemas.openxmlformats.org/drawingml/2006/main" prst="ellipse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0EA53E-DB86-41AC-86DF-E5D742F17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6725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 spc="2">
                <a:solidFill>
                  <a:srgbClr val="C6A448"/>
                </a:solidFill>
                <a:latin typeface="Arial"/>
                <a:ea typeface="Arial"/>
                <a:cs typeface="Arial"/>
              </a:defRPr>
            </a:pPr>
            <a:r>
              <a:rPr sz="900" b="1" spc="2">
                <a:solidFill>
                  <a:srgbClr val="C6A448"/>
                </a:solidFill>
                <a:latin typeface="Arial"/>
                <a:ea typeface="Arial"/>
                <a:cs typeface="Arial"/>
              </a:rPr>
              <a:t>ENVER AI TECH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EFC645-F0AD-44DE-998E-BB160451C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647700"/>
            <a:ext cx="14763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3103"/>
          </a:bodyPr>
          <a:lstStyle xmlns:a="http://schemas.openxmlformats.org/drawingml/2006/main"/>
          <a:p xmlns:a="http://schemas.openxmlformats.org/drawingml/2006/main">
            <a:pPr>
              <a:defRPr sz="638" spc="1">
                <a:solidFill>
                  <a:srgbClr val="A3B2A8"/>
                </a:solidFill>
                <a:latin typeface="Arial"/>
                <a:ea typeface="Arial"/>
                <a:cs typeface="Arial"/>
              </a:defRPr>
            </a:pPr>
            <a:r>
              <a:rPr sz="638" spc="1">
                <a:solidFill>
                  <a:srgbClr val="A3B2A8"/>
                </a:solidFill>
                <a:latin typeface="Arial"/>
                <a:ea typeface="Arial"/>
                <a:cs typeface="Arial"/>
              </a:rPr>
              <a:t>ARTIFICER MVP</a:t>
            </a:r>
          </a:p>
        </p:txBody>
      </p:sp>
    </p:spTree>
    <p:extLst>
      <p:ext uri="{BB962C8B-B14F-4D97-AF65-F5344CB8AC3E}">
        <p14:creationId xmlns:p14="http://schemas.microsoft.com/office/powerpoint/2010/main" val="883836851"/>
      </p:ext>
    </p:extLst>
  </p:cSld>
</p:sld>
</file>

<file path=ppt/slides/slide4.xml><?xml version="1.0" encoding="utf-8"?>
<p:sld xmlns:p="http://schemas.openxmlformats.org/presentationml/2006/main" showMasterSp="0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9" name="object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95e05404e94dc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602075" y="481660"/>
            <a:ext cx="167534" cy="287949"/>
          </a:xfrm>
          <a:prstGeom xmlns:a="http://schemas.openxmlformats.org/drawingml/2006/main" prst="rect">
            <a:avLst/>
          </a:prstGeom>
        </p:spPr>
      </p:pic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90737C29-DF8D-42BD-B98C-351595AB6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35" y="476425"/>
            <a:ext cx="20093940" cy="293370"/>
          </a:xfrm>
          <a:custGeom xmlns:a="http://schemas.openxmlformats.org/drawingml/2006/main">
            <a:rect l="l" t="t" r="r" b="b"/>
            <a:pathLst>
              <a:path w="20093940" h="293370">
                <a:moveTo>
                  <a:pt x="20093629" y="293184"/>
                </a:moveTo>
                <a:lnTo>
                  <a:pt x="0" y="293184"/>
                </a:lnTo>
                <a:lnTo>
                  <a:pt x="0" y="0"/>
                </a:lnTo>
                <a:lnTo>
                  <a:pt x="20093629" y="0"/>
                </a:lnTo>
                <a:lnTo>
                  <a:pt x="20093629" y="293184"/>
                </a:lnTo>
                <a:close/>
              </a:path>
            </a:pathLst>
          </a:custGeom>
          <a:solidFill xmlns:a="http://schemas.openxmlformats.org/drawingml/2006/main">
            <a:srgbClr val="0A1613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1" name="object 11">
            <a:extLst xmlns:a="http://schemas.openxmlformats.org/drawingml/2006/main">
              <a:ext uri="{FF2B5EF4-FFF2-40B4-BE49-F238E27FC236}">
                <a16:creationId xmlns:a16="http://schemas.microsoft.com/office/drawing/2014/main" id="{49CF0D98-69C2-42FF-BCC5-F575A6FCA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476" y="550691"/>
            <a:ext cx="47625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51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0"/>
              </a:spcBef>
              <a:buNone/>
            </a:pPr>
            <a:r>
              <a:rPr sz="850" spc="-355">
                <a:solidFill>
                  <a:srgbClr val="CFB36E"/>
                </a:solidFill>
                <a:latin typeface="Arial MT"/>
                <a:ea typeface="Arial MT"/>
                <a:cs typeface="Arial MT"/>
              </a:rPr>
              <a:t>1</a:t>
            </a:r>
            <a:endParaRPr sz="850">
              <a:latin typeface="Arial MT"/>
              <a:ea typeface="Arial MT"/>
              <a:cs typeface="Arial MT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DBC2DD65-999D-4398-A34D-AA9F23C00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117" y="487866"/>
            <a:ext cx="146050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51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0"/>
              </a:spcBef>
              <a:buNone/>
            </a:pPr>
            <a:r>
              <a:rPr sz="850" i="1" spc="-105">
                <a:solidFill>
                  <a:srgbClr val="87804D"/>
                </a:solidFill>
                <a:latin typeface="Arial"/>
                <a:ea typeface="Arial"/>
                <a:cs typeface="Arial"/>
              </a:rPr>
              <a:t>,',"’</a:t>
            </a:r>
            <a:r>
              <a:rPr sz="850" i="1" spc="-25">
                <a:solidFill>
                  <a:srgbClr val="87804D"/>
                </a:solidFill>
                <a:latin typeface="Arial"/>
                <a:ea typeface="Arial"/>
                <a:cs typeface="Arial"/>
              </a:rPr>
              <a:t> </a:t>
            </a:r>
            <a:r>
              <a:rPr sz="850" i="1" spc="-60">
                <a:solidFill>
                  <a:srgbClr val="87804D"/>
                </a:solidFill>
                <a:latin typeface="Arial"/>
                <a:ea typeface="Arial"/>
                <a:cs typeface="Arial"/>
              </a:rPr>
              <a:t>:</a:t>
            </a:r>
            <a:endParaRPr sz="850">
              <a:latin typeface="Arial"/>
              <a:ea typeface="Arial"/>
              <a:cs typeface="Arial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D91EA636-B258-4B8A-8DF6-49F17D411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184" y="550691"/>
            <a:ext cx="120014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51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0"/>
              </a:spcBef>
              <a:buNone/>
            </a:pPr>
            <a:r>
              <a:rPr sz="850" spc="-45">
                <a:solidFill>
                  <a:srgbClr val="41381A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850" spc="-25">
                <a:solidFill>
                  <a:srgbClr val="41381A"/>
                </a:solidFill>
                <a:latin typeface="Arial MT"/>
                <a:ea typeface="Arial MT"/>
                <a:cs typeface="Arial MT"/>
              </a:rPr>
              <a:t>'.</a:t>
            </a:r>
            <a:r>
              <a:rPr sz="850" spc="-25">
                <a:solidFill>
                  <a:srgbClr val="E2BC5D"/>
                </a:solidFill>
                <a:latin typeface="Arial MT"/>
                <a:ea typeface="Arial MT"/>
                <a:cs typeface="Arial MT"/>
              </a:rPr>
              <a:t>'</a:t>
            </a:r>
            <a:endParaRPr sz="850">
              <a:latin typeface="Arial MT"/>
              <a:ea typeface="Arial MT"/>
              <a:cs typeface="Arial MT"/>
            </a:endParaRPr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853E7CDF-CA15-4276-8DF6-F18D37BE0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651" y="487866"/>
            <a:ext cx="1266825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51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0"/>
              </a:spcBef>
              <a:buNone/>
            </a:pPr>
            <a:r>
              <a:rPr sz="850">
                <a:solidFill>
                  <a:srgbClr val="1F1300"/>
                </a:solidFill>
                <a:latin typeface="Arial MT"/>
                <a:ea typeface="Arial MT"/>
                <a:cs typeface="Arial MT"/>
              </a:rPr>
              <a:t>E</a:t>
            </a:r>
            <a:r>
              <a:rPr sz="850" spc="55">
                <a:solidFill>
                  <a:srgbClr val="1F1300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>
                <a:solidFill>
                  <a:srgbClr val="74703F"/>
                </a:solidFill>
                <a:latin typeface="Arial MT"/>
                <a:ea typeface="Arial MT"/>
                <a:cs typeface="Arial MT"/>
              </a:rPr>
              <a:t>hl</a:t>
            </a:r>
            <a:r>
              <a:rPr sz="850" spc="65">
                <a:solidFill>
                  <a:srgbClr val="74703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>
                <a:solidFill>
                  <a:srgbClr val="BAA75D"/>
                </a:solidFill>
                <a:latin typeface="Arial MT"/>
                <a:ea typeface="Arial MT"/>
                <a:cs typeface="Arial MT"/>
              </a:rPr>
              <a:t>V</a:t>
            </a:r>
            <a:r>
              <a:rPr sz="850" spc="70">
                <a:solidFill>
                  <a:srgbClr val="BAA75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>
                <a:solidFill>
                  <a:srgbClr val="1F1300"/>
                </a:solidFill>
                <a:latin typeface="Arial MT"/>
                <a:ea typeface="Arial MT"/>
                <a:cs typeface="Arial MT"/>
              </a:rPr>
              <a:t>E</a:t>
            </a:r>
            <a:r>
              <a:rPr sz="850" spc="85">
                <a:solidFill>
                  <a:srgbClr val="1F1300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>
                <a:solidFill>
                  <a:srgbClr val="BCA15D"/>
                </a:solidFill>
                <a:latin typeface="Arial MT"/>
                <a:ea typeface="Arial MT"/>
                <a:cs typeface="Arial MT"/>
              </a:rPr>
              <a:t>R</a:t>
            </a:r>
            <a:r>
              <a:rPr sz="850" spc="440">
                <a:solidFill>
                  <a:srgbClr val="BCA15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>
                <a:solidFill>
                  <a:srgbClr val="311F00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850" spc="30">
                <a:solidFill>
                  <a:srgbClr val="311F00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>
                <a:solidFill>
                  <a:srgbClr val="837234"/>
                </a:solidFill>
                <a:latin typeface="Arial MT"/>
                <a:ea typeface="Arial MT"/>
                <a:cs typeface="Arial MT"/>
              </a:rPr>
              <a:t>I</a:t>
            </a:r>
            <a:r>
              <a:rPr sz="850" spc="380">
                <a:solidFill>
                  <a:srgbClr val="837234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>
                <a:solidFill>
                  <a:srgbClr val="645923"/>
                </a:solidFill>
                <a:latin typeface="Arial MT"/>
                <a:ea typeface="Arial MT"/>
                <a:cs typeface="Arial MT"/>
              </a:rPr>
              <a:t>T</a:t>
            </a:r>
            <a:r>
              <a:rPr sz="850" spc="60">
                <a:solidFill>
                  <a:srgbClr val="645923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>
                <a:solidFill>
                  <a:srgbClr val="261D00"/>
                </a:solidFill>
                <a:latin typeface="Arial MT"/>
                <a:ea typeface="Arial MT"/>
                <a:cs typeface="Arial MT"/>
              </a:rPr>
              <a:t>E</a:t>
            </a:r>
            <a:r>
              <a:rPr sz="850" spc="35">
                <a:solidFill>
                  <a:srgbClr val="261D00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>
                <a:solidFill>
                  <a:srgbClr val="1C1600"/>
                </a:solidFill>
                <a:latin typeface="Arial MT"/>
                <a:ea typeface="Arial MT"/>
                <a:cs typeface="Arial MT"/>
              </a:rPr>
              <a:t>C</a:t>
            </a:r>
            <a:r>
              <a:rPr sz="850" spc="50">
                <a:solidFill>
                  <a:srgbClr val="1C1600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 spc="-50">
                <a:solidFill>
                  <a:srgbClr val="756941"/>
                </a:solidFill>
                <a:latin typeface="Arial MT"/>
                <a:ea typeface="Arial MT"/>
                <a:cs typeface="Arial MT"/>
              </a:rPr>
              <a:t>H</a:t>
            </a:r>
            <a:endParaRPr sz="850">
              <a:latin typeface="Arial MT"/>
              <a:ea typeface="Arial MT"/>
              <a:cs typeface="Arial MT"/>
            </a:endParaRPr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A858F24F-A453-49BB-9890-778A8EBF4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30061" y="530622"/>
            <a:ext cx="228600" cy="196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1100" spc="-390">
                <a:solidFill>
                  <a:srgbClr val="211C00"/>
                </a:solidFill>
                <a:latin typeface="Arial MT"/>
                <a:ea typeface="Arial MT"/>
                <a:cs typeface="Arial MT"/>
              </a:rPr>
              <a:t>0</a:t>
            </a:r>
            <a:r>
              <a:rPr sz="1100" spc="110">
                <a:solidFill>
                  <a:srgbClr val="211C00"/>
                </a:solidFill>
                <a:latin typeface="Arial MT"/>
                <a:ea typeface="Arial MT"/>
                <a:cs typeface="Arial MT"/>
              </a:rPr>
              <a:t>  </a:t>
            </a:r>
            <a:r>
              <a:rPr sz="1100" spc="-50">
                <a:solidFill>
                  <a:srgbClr val="957E4F"/>
                </a:solidFill>
                <a:latin typeface="Arial MT"/>
                <a:ea typeface="Arial MT"/>
                <a:cs typeface="Arial MT"/>
              </a:rPr>
              <a:t>3</a:t>
            </a:r>
            <a:endParaRPr sz="1100">
              <a:latin typeface="Arial MT"/>
              <a:ea typeface="Arial MT"/>
              <a:cs typeface="Arial MT"/>
            </a:endParaRPr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615C1194-756A-49E0-AF4D-0B752A02A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66652" y="530622"/>
            <a:ext cx="1325245" cy="196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1100">
                <a:solidFill>
                  <a:srgbClr val="7C6934"/>
                </a:solidFill>
                <a:latin typeface="Arial MT"/>
                <a:ea typeface="Arial MT"/>
                <a:cs typeface="Arial MT"/>
              </a:rPr>
              <a:t>T</a:t>
            </a:r>
            <a:r>
              <a:rPr sz="1100" spc="-75">
                <a:solidFill>
                  <a:srgbClr val="7C6934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100" spc="-80">
                <a:solidFill>
                  <a:srgbClr val="BCA05E"/>
                </a:solidFill>
                <a:latin typeface="Arial MT"/>
                <a:ea typeface="Arial MT"/>
                <a:cs typeface="Arial MT"/>
              </a:rPr>
              <a:t>H</a:t>
            </a:r>
            <a:r>
              <a:rPr sz="1100" spc="-5">
                <a:solidFill>
                  <a:srgbClr val="BCA05E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100">
                <a:solidFill>
                  <a:srgbClr val="2A2100"/>
                </a:solidFill>
                <a:latin typeface="Arial MT"/>
                <a:ea typeface="Arial MT"/>
                <a:cs typeface="Arial MT"/>
              </a:rPr>
              <a:t>E</a:t>
            </a:r>
            <a:r>
              <a:rPr sz="1100" spc="375">
                <a:solidFill>
                  <a:srgbClr val="2A2100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100" spc="-155">
                <a:solidFill>
                  <a:srgbClr val="241D01"/>
                </a:solidFill>
                <a:latin typeface="Arial MT"/>
                <a:ea typeface="Arial MT"/>
                <a:cs typeface="Arial MT"/>
              </a:rPr>
              <a:t>P</a:t>
            </a:r>
            <a:r>
              <a:rPr sz="1100" spc="45">
                <a:solidFill>
                  <a:srgbClr val="241D01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100">
                <a:solidFill>
                  <a:srgbClr val="2A2101"/>
                </a:solidFill>
                <a:latin typeface="Arial MT"/>
                <a:ea typeface="Arial MT"/>
                <a:cs typeface="Arial MT"/>
              </a:rPr>
              <a:t>E</a:t>
            </a:r>
            <a:r>
              <a:rPr sz="1100" spc="-20">
                <a:solidFill>
                  <a:srgbClr val="2A2101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100">
                <a:solidFill>
                  <a:srgbClr val="484113"/>
                </a:solidFill>
                <a:latin typeface="Arial MT"/>
                <a:ea typeface="Arial MT"/>
                <a:cs typeface="Arial MT"/>
              </a:rPr>
              <a:t>O</a:t>
            </a:r>
            <a:r>
              <a:rPr sz="1100" spc="-50">
                <a:solidFill>
                  <a:srgbClr val="484113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100" spc="-105">
                <a:solidFill>
                  <a:srgbClr val="B89E66"/>
                </a:solidFill>
                <a:latin typeface="Arial MT"/>
                <a:ea typeface="Arial MT"/>
                <a:cs typeface="Arial MT"/>
              </a:rPr>
              <a:t>B</a:t>
            </a:r>
            <a:r>
              <a:rPr sz="1100" spc="-5">
                <a:solidFill>
                  <a:srgbClr val="B89E66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100">
                <a:solidFill>
                  <a:srgbClr val="362100"/>
                </a:solidFill>
                <a:latin typeface="Arial MT"/>
                <a:ea typeface="Arial MT"/>
                <a:cs typeface="Arial MT"/>
              </a:rPr>
              <a:t>L</a:t>
            </a:r>
            <a:r>
              <a:rPr sz="1100" spc="-45">
                <a:solidFill>
                  <a:srgbClr val="362100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100">
                <a:solidFill>
                  <a:srgbClr val="211F03"/>
                </a:solidFill>
                <a:latin typeface="Arial MT"/>
                <a:ea typeface="Arial MT"/>
                <a:cs typeface="Arial MT"/>
              </a:rPr>
              <a:t>E</a:t>
            </a:r>
            <a:r>
              <a:rPr sz="1100" spc="30">
                <a:solidFill>
                  <a:srgbClr val="211F03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100" spc="-50">
                <a:solidFill>
                  <a:srgbClr val="232103"/>
                </a:solidFill>
                <a:latin typeface="Arial MT"/>
                <a:ea typeface="Arial MT"/>
                <a:cs typeface="Arial MT"/>
              </a:rPr>
              <a:t>M</a:t>
            </a:r>
            <a:endParaRPr sz="1100">
              <a:latin typeface="Arial MT"/>
              <a:ea typeface="Arial MT"/>
              <a:cs typeface="Arial MT"/>
            </a:endParaRPr>
          </a:p>
        </p:txBody>
      </p:sp>
      <p:pic>
        <p:nvPicPr>
          <p:cNvPr id="47" name="object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1c7f98f34444b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35" y="1266977"/>
            <a:ext cx="20098864" cy="1083736"/>
          </a:xfrm>
          <a:prstGeom xmlns:a="http://schemas.openxmlformats.org/drawingml/2006/main" prst="rect">
            <a:avLst/>
          </a:prstGeom>
        </p:spPr>
      </p:pic>
      <p:sp>
        <p:nvSpPr>
          <p:cNvPr id="15" name="object 15">
            <a:extLst xmlns:a="http://schemas.openxmlformats.org/drawingml/2006/main">
              <a:ext uri="{FF2B5EF4-FFF2-40B4-BE49-F238E27FC236}">
                <a16:creationId xmlns:a16="http://schemas.microsoft.com/office/drawing/2014/main" id="{3AB178D1-8503-4CD6-8D7B-E7F0913C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840" y="1266977"/>
            <a:ext cx="6419215" cy="387985"/>
          </a:xfrm>
          <a:custGeom xmlns:a="http://schemas.openxmlformats.org/drawingml/2006/main">
            <a:rect l="l" t="t" r="r" b="b"/>
            <a:pathLst>
              <a:path w="6419215" h="387985">
                <a:moveTo>
                  <a:pt x="6418651" y="387422"/>
                </a:moveTo>
                <a:lnTo>
                  <a:pt x="0" y="387422"/>
                </a:lnTo>
                <a:lnTo>
                  <a:pt x="0" y="0"/>
                </a:lnTo>
                <a:lnTo>
                  <a:pt x="6418651" y="0"/>
                </a:lnTo>
                <a:lnTo>
                  <a:pt x="6418651" y="387422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6161628D-0A19-4FCD-9AF7-E59FE88E0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121" y="1101867"/>
            <a:ext cx="6471285" cy="6610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4604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4"/>
              </a:spcBef>
              <a:buNone/>
            </a:pPr>
            <a:r>
              <a:rPr sz="4150" spc="-450">
                <a:solidFill>
                  <a:srgbClr val="EFEFEF"/>
                </a:solidFill>
                <a:latin typeface="Cambria"/>
                <a:ea typeface="Cambria"/>
                <a:cs typeface="Cambria"/>
              </a:rPr>
              <a:t>70Sò</a:t>
            </a:r>
            <a:r>
              <a:rPr sz="4150" spc="-190">
                <a:solidFill>
                  <a:srgbClr val="EFEFEF"/>
                </a:solidFill>
                <a:latin typeface="Cambria"/>
                <a:ea typeface="Cambria"/>
                <a:cs typeface="Cambria"/>
              </a:rPr>
              <a:t> </a:t>
            </a:r>
            <a:r>
              <a:rPr sz="4150">
                <a:solidFill>
                  <a:srgbClr val="EFEFEF"/>
                </a:solidFill>
                <a:latin typeface="Cambria"/>
                <a:ea typeface="Cambria"/>
                <a:cs typeface="Cambria"/>
              </a:rPr>
              <a:t>of</a:t>
            </a:r>
            <a:r>
              <a:rPr sz="4150" spc="-229">
                <a:solidFill>
                  <a:srgbClr val="EFEFEF"/>
                </a:solidFill>
                <a:latin typeface="Cambria"/>
                <a:ea typeface="Cambria"/>
                <a:cs typeface="Cambria"/>
              </a:rPr>
              <a:t> </a:t>
            </a:r>
            <a:r>
              <a:rPr sz="4150" spc="-105">
                <a:solidFill>
                  <a:srgbClr val="F2F2F2"/>
                </a:solidFill>
                <a:latin typeface="Cambria"/>
                <a:ea typeface="Cambria"/>
                <a:cs typeface="Cambria"/>
              </a:rPr>
              <a:t>New-</a:t>
            </a:r>
            <a:r>
              <a:rPr sz="4150" spc="-80">
                <a:solidFill>
                  <a:srgbClr val="F2F2F2"/>
                </a:solidFill>
                <a:latin typeface="Cambria"/>
                <a:ea typeface="Cambria"/>
                <a:cs typeface="Cambria"/>
              </a:rPr>
              <a:t>to-</a:t>
            </a:r>
            <a:r>
              <a:rPr sz="4150" spc="-30">
                <a:solidFill>
                  <a:srgbClr val="F2F2F2"/>
                </a:solidFill>
                <a:latin typeface="Cambria"/>
                <a:ea typeface="Cambria"/>
                <a:cs typeface="Cambria"/>
              </a:rPr>
              <a:t>Credit</a:t>
            </a:r>
            <a:r>
              <a:rPr sz="4150" spc="-120">
                <a:solidFill>
                  <a:srgbClr val="F2F2F2"/>
                </a:solidFill>
                <a:latin typeface="Cambria"/>
                <a:ea typeface="Cambria"/>
                <a:cs typeface="Cambria"/>
              </a:rPr>
              <a:t> </a:t>
            </a:r>
            <a:r>
              <a:rPr sz="4150" spc="-10">
                <a:solidFill>
                  <a:srgbClr val="EFEFEF"/>
                </a:solidFill>
                <a:latin typeface="Cambria"/>
                <a:ea typeface="Cambria"/>
                <a:cs typeface="Cambria"/>
              </a:rPr>
              <a:t>MSMEs</a:t>
            </a:r>
            <a:endParaRPr sz="4150">
              <a:latin typeface="Cambria"/>
              <a:ea typeface="Cambria"/>
              <a:cs typeface="Cambria"/>
            </a:endParaRPr>
          </a:p>
        </p:txBody>
      </p:sp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5F745E3E-6A4B-4C3B-9174-9EBC1CE4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142" y="2577757"/>
            <a:ext cx="498475" cy="0"/>
          </a:xfrm>
          <a:custGeom xmlns:a="http://schemas.openxmlformats.org/drawingml/2006/main">
            <a:rect l="l" t="t" r="r" b="b"/>
            <a:pathLst>
              <a:path w="498475" h="0">
                <a:moveTo>
                  <a:pt x="0" y="0"/>
                </a:moveTo>
                <a:lnTo>
                  <a:pt x="498414" y="0"/>
                </a:lnTo>
              </a:path>
            </a:pathLst>
          </a:custGeom>
          <a:ln xmlns:a="http://schemas.openxmlformats.org/drawingml/2006/main" w="12216">
            <a:solidFill>
              <a:srgbClr val="131300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7" name="object 17">
            <a:extLst xmlns:a="http://schemas.openxmlformats.org/drawingml/2006/main">
              <a:ext uri="{FF2B5EF4-FFF2-40B4-BE49-F238E27FC236}">
                <a16:creationId xmlns:a16="http://schemas.microsoft.com/office/drawing/2014/main" id="{B1F2471A-B27B-4C91-80A6-CDF244562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5" y="2916141"/>
            <a:ext cx="20093940" cy="277495"/>
          </a:xfrm>
          <a:custGeom xmlns:a="http://schemas.openxmlformats.org/drawingml/2006/main">
            <a:rect l="l" t="t" r="r" b="b"/>
            <a:pathLst>
              <a:path w="20093940" h="277494">
                <a:moveTo>
                  <a:pt x="20093629" y="277478"/>
                </a:moveTo>
                <a:lnTo>
                  <a:pt x="0" y="277478"/>
                </a:lnTo>
                <a:lnTo>
                  <a:pt x="0" y="0"/>
                </a:lnTo>
                <a:lnTo>
                  <a:pt x="20093629" y="0"/>
                </a:lnTo>
                <a:lnTo>
                  <a:pt x="20093629" y="277478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79B19DDB-FF58-4746-9F14-1546A9AE8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5" y="3314035"/>
            <a:ext cx="20093940" cy="267335"/>
          </a:xfrm>
          <a:custGeom xmlns:a="http://schemas.openxmlformats.org/drawingml/2006/main">
            <a:rect l="l" t="t" r="r" b="b"/>
            <a:pathLst>
              <a:path w="20093940" h="267335">
                <a:moveTo>
                  <a:pt x="20093629" y="267007"/>
                </a:moveTo>
                <a:lnTo>
                  <a:pt x="0" y="267007"/>
                </a:lnTo>
                <a:lnTo>
                  <a:pt x="0" y="0"/>
                </a:lnTo>
                <a:lnTo>
                  <a:pt x="20093629" y="0"/>
                </a:lnTo>
                <a:lnTo>
                  <a:pt x="20093629" y="267007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9" name="object 19">
            <a:extLst xmlns:a="http://schemas.openxmlformats.org/drawingml/2006/main">
              <a:ext uri="{FF2B5EF4-FFF2-40B4-BE49-F238E27FC236}">
                <a16:creationId xmlns:a16="http://schemas.microsoft.com/office/drawing/2014/main" id="{5FC2E2FA-9732-44C6-AC26-F4F8262B5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5" y="3701458"/>
            <a:ext cx="20093940" cy="277495"/>
          </a:xfrm>
          <a:custGeom xmlns:a="http://schemas.openxmlformats.org/drawingml/2006/main">
            <a:rect l="l" t="t" r="r" b="b"/>
            <a:pathLst>
              <a:path w="20093940" h="277495">
                <a:moveTo>
                  <a:pt x="20093629" y="277478"/>
                </a:moveTo>
                <a:lnTo>
                  <a:pt x="0" y="277478"/>
                </a:lnTo>
                <a:lnTo>
                  <a:pt x="0" y="0"/>
                </a:lnTo>
                <a:lnTo>
                  <a:pt x="20093629" y="0"/>
                </a:lnTo>
                <a:lnTo>
                  <a:pt x="20093629" y="277478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20" name="object 20">
            <a:extLst xmlns:a="http://schemas.openxmlformats.org/drawingml/2006/main">
              <a:ext uri="{FF2B5EF4-FFF2-40B4-BE49-F238E27FC236}">
                <a16:creationId xmlns:a16="http://schemas.microsoft.com/office/drawing/2014/main" id="{5F48FCC5-0871-42CA-852F-2D92C56F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5" y="4099351"/>
            <a:ext cx="20093940" cy="267335"/>
          </a:xfrm>
          <a:custGeom xmlns:a="http://schemas.openxmlformats.org/drawingml/2006/main">
            <a:rect l="l" t="t" r="r" b="b"/>
            <a:pathLst>
              <a:path w="20093940" h="267335">
                <a:moveTo>
                  <a:pt x="20093629" y="267007"/>
                </a:moveTo>
                <a:lnTo>
                  <a:pt x="0" y="267007"/>
                </a:lnTo>
                <a:lnTo>
                  <a:pt x="0" y="0"/>
                </a:lnTo>
                <a:lnTo>
                  <a:pt x="20093629" y="0"/>
                </a:lnTo>
                <a:lnTo>
                  <a:pt x="20093629" y="267007"/>
                </a:lnTo>
                <a:close/>
              </a:path>
            </a:pathLst>
          </a:custGeom>
          <a:solidFill xmlns:a="http://schemas.openxmlformats.org/drawingml/2006/main">
            <a:srgbClr val="131313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287CF635-56D7-4FC2-8C47-536E79A7C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479" y="2934417"/>
            <a:ext cx="6798309" cy="1411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1300">
                <a:solidFill>
                  <a:srgbClr val="DDDDDD"/>
                </a:solidFill>
                <a:latin typeface="Arial MT"/>
                <a:ea typeface="Arial MT"/>
                <a:cs typeface="Arial MT"/>
              </a:rPr>
              <a:t>IBM</a:t>
            </a:r>
            <a:r>
              <a:rPr sz="1300" spc="400">
                <a:solidFill>
                  <a:srgbClr val="DDDDD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300">
                <a:solidFill>
                  <a:srgbClr val="DDDDDD"/>
                </a:solidFill>
                <a:latin typeface="Arial MT"/>
                <a:ea typeface="Arial MT"/>
                <a:cs typeface="Arial MT"/>
              </a:rPr>
              <a:t>MSMEs</a:t>
            </a:r>
            <a:r>
              <a:rPr sz="1300" spc="140">
                <a:solidFill>
                  <a:srgbClr val="DDDDDD"/>
                </a:solidFill>
                <a:latin typeface="Arial MT"/>
                <a:ea typeface="Arial MT"/>
                <a:cs typeface="Arial MT"/>
              </a:rPr>
              <a:t>  </a:t>
            </a:r>
            <a:r>
              <a:rPr sz="1300">
                <a:solidFill>
                  <a:srgbClr val="DFDFDF"/>
                </a:solidFill>
                <a:latin typeface="Arial MT"/>
                <a:ea typeface="Arial MT"/>
                <a:cs typeface="Arial MT"/>
              </a:rPr>
              <a:t>-30%</a:t>
            </a:r>
            <a:r>
              <a:rPr sz="1300" spc="80">
                <a:solidFill>
                  <a:srgbClr val="DFDFD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300">
                <a:solidFill>
                  <a:srgbClr val="D8D8D8"/>
                </a:solidFill>
                <a:latin typeface="Arial MT"/>
                <a:ea typeface="Arial MT"/>
                <a:cs typeface="Arial MT"/>
              </a:rPr>
              <a:t>of</a:t>
            </a:r>
            <a:r>
              <a:rPr sz="1300" spc="235">
                <a:solidFill>
                  <a:srgbClr val="D8D8D8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300">
                <a:solidFill>
                  <a:srgbClr val="DDDDDD"/>
                </a:solidFill>
                <a:latin typeface="Arial MT"/>
                <a:ea typeface="Arial MT"/>
                <a:cs typeface="Arial MT"/>
              </a:rPr>
              <a:t>GDP</a:t>
            </a:r>
            <a:r>
              <a:rPr sz="1300" spc="135">
                <a:solidFill>
                  <a:srgbClr val="DDDDDD"/>
                </a:solidFill>
                <a:latin typeface="Arial MT"/>
                <a:ea typeface="Arial MT"/>
                <a:cs typeface="Arial MT"/>
              </a:rPr>
              <a:t>  </a:t>
            </a:r>
            <a:r>
              <a:rPr sz="1300">
                <a:solidFill>
                  <a:srgbClr val="DBDBDB"/>
                </a:solidFill>
                <a:latin typeface="Arial MT"/>
                <a:ea typeface="Arial MT"/>
                <a:cs typeface="Arial MT"/>
              </a:rPr>
              <a:t>$300B+</a:t>
            </a:r>
            <a:r>
              <a:rPr sz="1300" spc="120">
                <a:solidFill>
                  <a:srgbClr val="DBDBDB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300">
                <a:solidFill>
                  <a:srgbClr val="DADADA"/>
                </a:solidFill>
                <a:latin typeface="Arial MT"/>
                <a:ea typeface="Arial MT"/>
                <a:cs typeface="Arial MT"/>
              </a:rPr>
              <a:t>credit</a:t>
            </a:r>
            <a:r>
              <a:rPr sz="1300" spc="135">
                <a:solidFill>
                  <a:srgbClr val="DADADA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300" spc="50">
                <a:solidFill>
                  <a:srgbClr val="D8D8D8"/>
                </a:solidFill>
                <a:latin typeface="Arial MT"/>
                <a:ea typeface="Arial MT"/>
                <a:cs typeface="Arial MT"/>
              </a:rPr>
              <a:t>gap</a:t>
            </a:r>
            <a:r>
              <a:rPr sz="1300" spc="65">
                <a:solidFill>
                  <a:srgbClr val="D8D8D8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300">
                <a:solidFill>
                  <a:srgbClr val="DBDBDB"/>
                </a:solidFill>
                <a:latin typeface="Arial MT"/>
                <a:ea typeface="Arial MT"/>
                <a:cs typeface="Arial MT"/>
              </a:rPr>
              <a:t>(RB</a:t>
            </a:r>
            <a:r>
              <a:rPr sz="1300" spc="70">
                <a:solidFill>
                  <a:srgbClr val="DBDBDB"/>
                </a:solidFill>
                <a:latin typeface="Arial MT"/>
                <a:ea typeface="Arial MT"/>
                <a:cs typeface="Arial MT"/>
              </a:rPr>
              <a:t>  </a:t>
            </a:r>
            <a:r>
              <a:rPr sz="1300">
                <a:solidFill>
                  <a:srgbClr val="DDDDDD"/>
                </a:solidFill>
                <a:latin typeface="Arial MT"/>
                <a:ea typeface="Arial MT"/>
                <a:cs typeface="Arial MT"/>
              </a:rPr>
              <a:t>/</a:t>
            </a:r>
            <a:r>
              <a:rPr sz="1300" spc="470">
                <a:solidFill>
                  <a:srgbClr val="DDDDD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300" spc="-25">
                <a:solidFill>
                  <a:srgbClr val="DBDBDB"/>
                </a:solidFill>
                <a:latin typeface="Arial MT"/>
                <a:ea typeface="Arial MT"/>
                <a:cs typeface="Arial MT"/>
              </a:rPr>
              <a:t>FOR</a:t>
            </a:r>
            <a:endParaRPr sz="1300">
              <a:latin typeface="Arial MT"/>
              <a:ea typeface="Arial MT"/>
              <a:cs typeface="Arial MT"/>
            </a:endParaRPr>
          </a:p>
          <a:p xmlns:a="http://schemas.openxmlformats.org/drawingml/2006/main">
            <a:pPr>
              <a:lnSpc>
                <a:spcPct val="100000"/>
              </a:lnSpc>
              <a:spcBef>
                <a:spcPts val="30"/>
              </a:spcBef>
              <a:buNone/>
            </a:pPr>
            <a:endParaRPr sz="1300">
              <a:latin typeface="Arial MT"/>
              <a:ea typeface="Arial MT"/>
              <a:cs typeface="Arial MT"/>
            </a:endParaRPr>
          </a:p>
          <a:p xmlns:a="http://schemas.openxmlformats.org/drawingml/2006/main">
            <a:pPr marL="19685">
              <a:lnSpc>
                <a:spcPct val="100000"/>
              </a:lnSpc>
              <a:buNone/>
            </a:pPr>
            <a:r>
              <a:rPr sz="1350" spc="-160">
                <a:solidFill>
                  <a:srgbClr val="DFDFDF"/>
                </a:solidFill>
                <a:latin typeface="Arial MT"/>
                <a:ea typeface="Arial MT"/>
                <a:cs typeface="Arial MT"/>
              </a:rPr>
              <a:t>CABIL</a:t>
            </a:r>
            <a:r>
              <a:rPr sz="1350" spc="50">
                <a:solidFill>
                  <a:srgbClr val="DFDFD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350">
                <a:solidFill>
                  <a:srgbClr val="D8D8D8"/>
                </a:solidFill>
                <a:latin typeface="Arial MT"/>
                <a:ea typeface="Arial MT"/>
                <a:cs typeface="Arial MT"/>
              </a:rPr>
              <a:t>needs</a:t>
            </a:r>
            <a:r>
              <a:rPr sz="1350" spc="65">
                <a:solidFill>
                  <a:srgbClr val="D8D8D8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350">
                <a:solidFill>
                  <a:srgbClr val="D6D6D6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1350" spc="45">
                <a:solidFill>
                  <a:srgbClr val="D6D6D6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350">
                <a:solidFill>
                  <a:srgbClr val="DADADA"/>
                </a:solidFill>
                <a:latin typeface="Arial MT"/>
                <a:ea typeface="Arial MT"/>
                <a:cs typeface="Arial MT"/>
              </a:rPr>
              <a:t>repayment</a:t>
            </a:r>
            <a:r>
              <a:rPr sz="1350" spc="100">
                <a:solidFill>
                  <a:srgbClr val="DADADA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350">
                <a:solidFill>
                  <a:srgbClr val="D8D8D8"/>
                </a:solidFill>
                <a:latin typeface="Arial MT"/>
                <a:ea typeface="Arial MT"/>
                <a:cs typeface="Arial MT"/>
              </a:rPr>
              <a:t>history</a:t>
            </a:r>
            <a:r>
              <a:rPr sz="1350" spc="140">
                <a:solidFill>
                  <a:srgbClr val="D8D8D8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350">
                <a:solidFill>
                  <a:srgbClr val="DADADA"/>
                </a:solidFill>
                <a:latin typeface="Arial MT"/>
                <a:ea typeface="Arial MT"/>
                <a:cs typeface="Arial MT"/>
              </a:rPr>
              <a:t>these</a:t>
            </a:r>
            <a:r>
              <a:rPr sz="1350" spc="40">
                <a:solidFill>
                  <a:srgbClr val="DADADA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350">
                <a:solidFill>
                  <a:srgbClr val="DDDDDD"/>
                </a:solidFill>
                <a:latin typeface="Arial MT"/>
                <a:ea typeface="Arial MT"/>
                <a:cs typeface="Arial MT"/>
              </a:rPr>
              <a:t>firms</a:t>
            </a:r>
            <a:r>
              <a:rPr sz="1350" spc="40">
                <a:solidFill>
                  <a:srgbClr val="DDDDD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350">
                <a:solidFill>
                  <a:srgbClr val="D8D8D8"/>
                </a:solidFill>
                <a:latin typeface="Arial MT"/>
                <a:ea typeface="Arial MT"/>
                <a:cs typeface="Arial MT"/>
              </a:rPr>
              <a:t>do</a:t>
            </a:r>
            <a:r>
              <a:rPr sz="1350" spc="5">
                <a:solidFill>
                  <a:srgbClr val="D8D8D8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350">
                <a:solidFill>
                  <a:srgbClr val="D8D8D8"/>
                </a:solidFill>
                <a:latin typeface="Arial MT"/>
                <a:ea typeface="Arial MT"/>
                <a:cs typeface="Arial MT"/>
              </a:rPr>
              <a:t>not</a:t>
            </a:r>
            <a:r>
              <a:rPr sz="1350" spc="20">
                <a:solidFill>
                  <a:srgbClr val="D8D8D8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350">
                <a:solidFill>
                  <a:srgbClr val="DBDBDB"/>
                </a:solidFill>
                <a:latin typeface="Arial MT"/>
                <a:ea typeface="Arial MT"/>
                <a:cs typeface="Arial MT"/>
              </a:rPr>
              <a:t>have</a:t>
            </a:r>
            <a:r>
              <a:rPr sz="1350" spc="90">
                <a:solidFill>
                  <a:srgbClr val="DBDBDB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350" spc="-395">
                <a:solidFill>
                  <a:srgbClr val="D4D4D4"/>
                </a:solidFill>
                <a:latin typeface="Arial MT"/>
                <a:ea typeface="Arial MT"/>
                <a:cs typeface="Arial MT"/>
              </a:rPr>
              <a:t>—</a:t>
            </a:r>
            <a:r>
              <a:rPr sz="1350" spc="105">
                <a:solidFill>
                  <a:srgbClr val="D4D4D4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350">
                <a:solidFill>
                  <a:srgbClr val="D8D8D8"/>
                </a:solidFill>
                <a:latin typeface="Arial MT"/>
                <a:ea typeface="Arial MT"/>
                <a:cs typeface="Arial MT"/>
              </a:rPr>
              <a:t>even</a:t>
            </a:r>
            <a:r>
              <a:rPr sz="1350" spc="40">
                <a:solidFill>
                  <a:srgbClr val="D8D8D8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350">
                <a:solidFill>
                  <a:srgbClr val="DBDBDB"/>
                </a:solidFill>
                <a:latin typeface="Arial MT"/>
                <a:ea typeface="Arial MT"/>
                <a:cs typeface="Arial MT"/>
              </a:rPr>
              <a:t>when</a:t>
            </a:r>
            <a:r>
              <a:rPr sz="1350" spc="60">
                <a:solidFill>
                  <a:srgbClr val="DBDBDB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350" spc="-20">
                <a:solidFill>
                  <a:srgbClr val="DADADA"/>
                </a:solidFill>
                <a:latin typeface="Arial MT"/>
                <a:ea typeface="Arial MT"/>
                <a:cs typeface="Arial MT"/>
              </a:rPr>
              <a:t>cosh</a:t>
            </a:r>
            <a:r>
              <a:rPr sz="1350" spc="30">
                <a:solidFill>
                  <a:srgbClr val="DADADA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350">
                <a:solidFill>
                  <a:srgbClr val="DDDDDD"/>
                </a:solidFill>
                <a:latin typeface="Arial MT"/>
                <a:ea typeface="Arial MT"/>
                <a:cs typeface="Arial MT"/>
              </a:rPr>
              <a:t>flow</a:t>
            </a:r>
            <a:r>
              <a:rPr sz="1350" spc="70">
                <a:solidFill>
                  <a:srgbClr val="DDDDD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350" spc="-30">
                <a:solidFill>
                  <a:srgbClr val="DBDBDB"/>
                </a:solidFill>
                <a:latin typeface="Arial MT"/>
                <a:ea typeface="Arial MT"/>
                <a:cs typeface="Arial MT"/>
              </a:rPr>
              <a:t>is </a:t>
            </a:r>
            <a:r>
              <a:rPr sz="1350" spc="-20">
                <a:solidFill>
                  <a:srgbClr val="D8D8D8"/>
                </a:solidFill>
                <a:latin typeface="Arial MT"/>
                <a:ea typeface="Arial MT"/>
                <a:cs typeface="Arial MT"/>
              </a:rPr>
              <a:t>real</a:t>
            </a:r>
            <a:endParaRPr sz="1350">
              <a:latin typeface="Arial MT"/>
              <a:ea typeface="Arial MT"/>
              <a:cs typeface="Arial MT"/>
            </a:endParaRPr>
          </a:p>
          <a:p xmlns:a="http://schemas.openxmlformats.org/drawingml/2006/main">
            <a:pPr marL="20320">
              <a:lnSpc>
                <a:spcPct val="100000"/>
              </a:lnSpc>
              <a:spcBef>
                <a:spcPts val="1530"/>
              </a:spcBef>
              <a:buNone/>
            </a:pPr>
            <a:r>
              <a:rPr sz="1250">
                <a:solidFill>
                  <a:srgbClr val="D6D6D6"/>
                </a:solidFill>
                <a:latin typeface="Arial MT"/>
                <a:ea typeface="Arial MT"/>
                <a:cs typeface="Arial MT"/>
              </a:rPr>
              <a:t>O</a:t>
            </a:r>
            <a:r>
              <a:rPr sz="1250">
                <a:solidFill>
                  <a:srgbClr val="DBDBDB"/>
                </a:solidFill>
                <a:latin typeface="Arial MT"/>
                <a:ea typeface="Arial MT"/>
                <a:cs typeface="Arial MT"/>
              </a:rPr>
              <a:t>fŁîcer</a:t>
            </a:r>
            <a:r>
              <a:rPr sz="1250" spc="-114">
                <a:solidFill>
                  <a:srgbClr val="DBDBDB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250">
                <a:solidFill>
                  <a:srgbClr val="D8D8D8"/>
                </a:solidFill>
                <a:latin typeface="Arial MT"/>
                <a:ea typeface="Arial MT"/>
                <a:cs typeface="Arial MT"/>
              </a:rPr>
              <a:t>s</a:t>
            </a:r>
            <a:r>
              <a:rPr sz="1250" spc="80">
                <a:solidFill>
                  <a:srgbClr val="D8D8D8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250">
                <a:solidFill>
                  <a:srgbClr val="DADADA"/>
                </a:solidFill>
                <a:latin typeface="Arial MT"/>
                <a:ea typeface="Arial MT"/>
                <a:cs typeface="Arial MT"/>
              </a:rPr>
              <a:t>still</a:t>
            </a:r>
            <a:r>
              <a:rPr sz="1250" spc="75">
                <a:solidFill>
                  <a:srgbClr val="DADADA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250" spc="60">
                <a:solidFill>
                  <a:srgbClr val="D6D6D6"/>
                </a:solidFill>
                <a:latin typeface="Arial MT"/>
                <a:ea typeface="Arial MT"/>
                <a:cs typeface="Arial MT"/>
              </a:rPr>
              <a:t>line-</a:t>
            </a:r>
            <a:r>
              <a:rPr sz="1250" spc="80">
                <a:solidFill>
                  <a:srgbClr val="D6D6D6"/>
                </a:solidFill>
                <a:latin typeface="Arial MT"/>
                <a:ea typeface="Arial MT"/>
                <a:cs typeface="Arial MT"/>
              </a:rPr>
              <a:t>read</a:t>
            </a:r>
            <a:r>
              <a:rPr sz="1250" spc="15">
                <a:solidFill>
                  <a:srgbClr val="D6D6D6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250" spc="55">
                <a:solidFill>
                  <a:srgbClr val="DDDDDD"/>
                </a:solidFill>
                <a:latin typeface="Arial MT"/>
                <a:ea typeface="Arial MT"/>
                <a:cs typeface="Arial MT"/>
              </a:rPr>
              <a:t>100+</a:t>
            </a:r>
            <a:r>
              <a:rPr sz="1250" spc="80">
                <a:solidFill>
                  <a:srgbClr val="DDDDD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250" spc="90">
                <a:solidFill>
                  <a:srgbClr val="DBDBDB"/>
                </a:solidFill>
                <a:latin typeface="Arial MT"/>
                <a:ea typeface="Arial MT"/>
                <a:cs typeface="Arial MT"/>
              </a:rPr>
              <a:t>page</a:t>
            </a:r>
            <a:r>
              <a:rPr sz="1250" spc="80">
                <a:solidFill>
                  <a:srgbClr val="DBDBDB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250">
                <a:solidFill>
                  <a:srgbClr val="DADADA"/>
                </a:solidFill>
                <a:latin typeface="Arial MT"/>
                <a:ea typeface="Arial MT"/>
                <a:cs typeface="Arial MT"/>
              </a:rPr>
              <a:t>statements.</a:t>
            </a:r>
            <a:r>
              <a:rPr sz="1250" spc="190">
                <a:solidFill>
                  <a:srgbClr val="DADADA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250" spc="-225">
                <a:solidFill>
                  <a:srgbClr val="D8D8D8"/>
                </a:solidFill>
                <a:latin typeface="Arial MT"/>
                <a:ea typeface="Arial MT"/>
                <a:cs typeface="Arial MT"/>
              </a:rPr>
              <a:t>3—</a:t>
            </a:r>
            <a:r>
              <a:rPr sz="1250">
                <a:solidFill>
                  <a:srgbClr val="D8D8D8"/>
                </a:solidFill>
                <a:latin typeface="Arial MT"/>
                <a:ea typeface="Arial MT"/>
                <a:cs typeface="Arial MT"/>
              </a:rPr>
              <a:t>5</a:t>
            </a:r>
            <a:r>
              <a:rPr sz="1250" spc="175">
                <a:solidFill>
                  <a:srgbClr val="D8D8D8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250" spc="50">
                <a:solidFill>
                  <a:srgbClr val="DADADA"/>
                </a:solidFill>
                <a:latin typeface="Arial MT"/>
                <a:ea typeface="Arial MT"/>
                <a:cs typeface="Arial MT"/>
              </a:rPr>
              <a:t>days.</a:t>
            </a:r>
            <a:r>
              <a:rPr sz="1250" spc="170">
                <a:solidFill>
                  <a:srgbClr val="DADADA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250" spc="-45">
                <a:solidFill>
                  <a:srgbClr val="E1E1E1"/>
                </a:solidFill>
                <a:latin typeface="Arial MT"/>
                <a:ea typeface="Arial MT"/>
                <a:cs typeface="Arial MT"/>
              </a:rPr>
              <a:t>$80—</a:t>
            </a:r>
            <a:r>
              <a:rPr sz="1250">
                <a:solidFill>
                  <a:srgbClr val="E1E1E1"/>
                </a:solidFill>
                <a:latin typeface="Arial MT"/>
                <a:ea typeface="Arial MT"/>
                <a:cs typeface="Arial MT"/>
              </a:rPr>
              <a:t>$150</a:t>
            </a:r>
            <a:r>
              <a:rPr sz="1250" spc="210">
                <a:solidFill>
                  <a:srgbClr val="E1E1E1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250">
                <a:solidFill>
                  <a:srgbClr val="D8D8D8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1250" spc="135">
                <a:solidFill>
                  <a:srgbClr val="D8D8D8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250" spc="-10">
                <a:solidFill>
                  <a:srgbClr val="DADADA"/>
                </a:solidFill>
                <a:latin typeface="Arial MT"/>
                <a:ea typeface="Arial MT"/>
                <a:cs typeface="Arial MT"/>
              </a:rPr>
              <a:t>file.</a:t>
            </a:r>
            <a:endParaRPr sz="1250">
              <a:latin typeface="Arial MT"/>
              <a:ea typeface="Arial MT"/>
              <a:cs typeface="Arial MT"/>
            </a:endParaRPr>
          </a:p>
          <a:p xmlns:a="http://schemas.openxmlformats.org/drawingml/2006/main">
            <a:pPr>
              <a:lnSpc>
                <a:spcPct val="100000"/>
              </a:lnSpc>
              <a:spcBef>
                <a:spcPts val="95"/>
              </a:spcBef>
              <a:buNone/>
            </a:pPr>
            <a:endParaRPr sz="1250">
              <a:latin typeface="Arial MT"/>
              <a:ea typeface="Arial MT"/>
              <a:cs typeface="Arial MT"/>
            </a:endParaRPr>
          </a:p>
          <a:p xmlns:a="http://schemas.openxmlformats.org/drawingml/2006/main">
            <a:pPr marL="19050">
              <a:lnSpc>
                <a:spcPct val="100000"/>
              </a:lnSpc>
              <a:buNone/>
            </a:pPr>
            <a:r>
              <a:rPr sz="1350">
                <a:solidFill>
                  <a:srgbClr val="D8D8D8"/>
                </a:solidFill>
                <a:latin typeface="Arial MT"/>
                <a:ea typeface="Arial MT"/>
                <a:cs typeface="Arial MT"/>
              </a:rPr>
              <a:t>Fraud</a:t>
            </a:r>
            <a:r>
              <a:rPr sz="1350" spc="100">
                <a:solidFill>
                  <a:srgbClr val="D8D8D8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350">
                <a:solidFill>
                  <a:srgbClr val="DBDBDB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1350" spc="20">
                <a:solidFill>
                  <a:srgbClr val="DBDBDB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350">
                <a:solidFill>
                  <a:srgbClr val="DDDDDD"/>
                </a:solidFill>
                <a:latin typeface="Arial MT"/>
                <a:ea typeface="Arial MT"/>
                <a:cs typeface="Arial MT"/>
              </a:rPr>
              <a:t>eye</a:t>
            </a:r>
            <a:r>
              <a:rPr sz="1350" spc="-10">
                <a:solidFill>
                  <a:srgbClr val="DDDDD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350" spc="-40">
                <a:solidFill>
                  <a:srgbClr val="DBDBDB"/>
                </a:solidFill>
                <a:latin typeface="Arial MT"/>
                <a:ea typeface="Arial MT"/>
                <a:cs typeface="Arial MT"/>
              </a:rPr>
              <a:t>misses:</a:t>
            </a:r>
            <a:r>
              <a:rPr sz="1350" spc="105">
                <a:solidFill>
                  <a:srgbClr val="DBDBDB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350">
                <a:solidFill>
                  <a:srgbClr val="DBDBDB"/>
                </a:solidFill>
                <a:latin typeface="Arial MT"/>
                <a:ea typeface="Arial MT"/>
                <a:cs typeface="Arial MT"/>
              </a:rPr>
              <a:t>circular</a:t>
            </a:r>
            <a:r>
              <a:rPr sz="1350" spc="200">
                <a:solidFill>
                  <a:srgbClr val="DBDBDB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350">
                <a:solidFill>
                  <a:srgbClr val="DBDBDB"/>
                </a:solidFill>
                <a:latin typeface="Arial MT"/>
                <a:ea typeface="Arial MT"/>
                <a:cs typeface="Arial MT"/>
              </a:rPr>
              <a:t>trading,</a:t>
            </a:r>
            <a:r>
              <a:rPr sz="1350" spc="145">
                <a:solidFill>
                  <a:srgbClr val="DBDBDB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350">
                <a:solidFill>
                  <a:srgbClr val="DBDBDB"/>
                </a:solidFill>
                <a:latin typeface="Arial MT"/>
                <a:ea typeface="Arial MT"/>
                <a:cs typeface="Arial MT"/>
              </a:rPr>
              <a:t>spoofed</a:t>
            </a:r>
            <a:r>
              <a:rPr sz="1350" spc="125">
                <a:solidFill>
                  <a:srgbClr val="DBDBDB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350" spc="-20">
                <a:solidFill>
                  <a:srgbClr val="DBDBDB"/>
                </a:solidFill>
                <a:latin typeface="Arial MT"/>
                <a:ea typeface="Arial MT"/>
                <a:cs typeface="Arial MT"/>
              </a:rPr>
              <a:t>PDFs,</a:t>
            </a:r>
            <a:r>
              <a:rPr sz="1350" spc="90">
                <a:solidFill>
                  <a:srgbClr val="DBDBDB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350" spc="-90">
                <a:solidFill>
                  <a:srgbClr val="D8D8D8"/>
                </a:solidFill>
                <a:latin typeface="Arial MT"/>
                <a:ea typeface="Arial MT"/>
                <a:cs typeface="Arial MT"/>
              </a:rPr>
              <a:t>GSTR-</a:t>
            </a:r>
            <a:r>
              <a:rPr sz="1350" spc="-70">
                <a:solidFill>
                  <a:srgbClr val="D8D8D8"/>
                </a:solidFill>
                <a:latin typeface="Arial MT"/>
                <a:ea typeface="Arial MT"/>
                <a:cs typeface="Arial MT"/>
              </a:rPr>
              <a:t>1</a:t>
            </a:r>
            <a:r>
              <a:rPr sz="1350" spc="-25">
                <a:solidFill>
                  <a:srgbClr val="D8D8D8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350" spc="-20">
                <a:solidFill>
                  <a:srgbClr val="D8D8D8"/>
                </a:solidFill>
                <a:latin typeface="Arial MT"/>
                <a:ea typeface="Arial MT"/>
                <a:cs typeface="Arial MT"/>
              </a:rPr>
              <a:t>vs</a:t>
            </a:r>
            <a:r>
              <a:rPr sz="1350">
                <a:solidFill>
                  <a:srgbClr val="D8D8D8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350" spc="-235">
                <a:solidFill>
                  <a:srgbClr val="DADADA"/>
                </a:solidFill>
                <a:latin typeface="Arial MT"/>
                <a:ea typeface="Arial MT"/>
                <a:cs typeface="Arial MT"/>
              </a:rPr>
              <a:t>GB</a:t>
            </a:r>
            <a:r>
              <a:rPr sz="1350" spc="145">
                <a:solidFill>
                  <a:srgbClr val="DADADA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350" spc="-20">
                <a:solidFill>
                  <a:srgbClr val="DADADA"/>
                </a:solidFill>
                <a:latin typeface="Arial MT"/>
                <a:ea typeface="Arial MT"/>
                <a:cs typeface="Arial MT"/>
              </a:rPr>
              <a:t>gaps</a:t>
            </a:r>
            <a:endParaRPr sz="1350">
              <a:latin typeface="Arial MT"/>
              <a:ea typeface="Arial MT"/>
              <a:cs typeface="Arial MT"/>
            </a:endParaRPr>
          </a:p>
        </p:txBody>
      </p:sp>
      <p:pic>
        <p:nvPicPr>
          <p:cNvPr id="56" name="object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e3a75d2a8548f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35" y="4486774"/>
            <a:ext cx="20098864" cy="659665"/>
          </a:xfrm>
          <a:prstGeom xmlns:a="http://schemas.openxmlformats.org/drawingml/2006/main" prst="rect">
            <a:avLst/>
          </a:prstGeom>
        </p:spPr>
      </p:pic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80DA9BF4-950C-46A0-904B-35697FF90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5" y="5392506"/>
            <a:ext cx="20093940" cy="104775"/>
          </a:xfrm>
          <a:custGeom xmlns:a="http://schemas.openxmlformats.org/drawingml/2006/main">
            <a:rect l="l" t="t" r="r" b="b"/>
            <a:pathLst>
              <a:path w="20093940" h="104775">
                <a:moveTo>
                  <a:pt x="20093629" y="104708"/>
                </a:moveTo>
                <a:lnTo>
                  <a:pt x="0" y="104708"/>
                </a:lnTo>
                <a:lnTo>
                  <a:pt x="0" y="0"/>
                </a:lnTo>
                <a:lnTo>
                  <a:pt x="20093629" y="0"/>
                </a:lnTo>
                <a:lnTo>
                  <a:pt x="20093629" y="104708"/>
                </a:lnTo>
                <a:close/>
              </a:path>
            </a:pathLst>
          </a:custGeom>
          <a:solidFill xmlns:a="http://schemas.openxmlformats.org/drawingml/2006/main">
            <a:srgbClr val="151515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23" name="object 23">
            <a:extLst xmlns:a="http://schemas.openxmlformats.org/drawingml/2006/main">
              <a:ext uri="{FF2B5EF4-FFF2-40B4-BE49-F238E27FC236}">
                <a16:creationId xmlns:a16="http://schemas.microsoft.com/office/drawing/2014/main" id="{D7A844AD-D777-4330-AFB4-54D8C1929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7129" y="5326579"/>
            <a:ext cx="3123565" cy="2089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  <a:tabLst>
                <a:tab pos="1798320" algn="l"/>
              </a:tabLst>
            </a:pPr>
            <a:r>
              <a:rPr sz="1200" spc="-40">
                <a:solidFill>
                  <a:srgbClr val="AAAAAA"/>
                </a:solidFill>
                <a:latin typeface="Arial MT"/>
                <a:ea typeface="Arial MT"/>
                <a:cs typeface="Arial MT"/>
              </a:rPr>
              <a:t>NTC</a:t>
            </a:r>
            <a:r>
              <a:rPr sz="1200" spc="-45">
                <a:solidFill>
                  <a:srgbClr val="AAAAAA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200" spc="-25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F</a:t>
            </a:r>
            <a:r>
              <a:rPr sz="1200" spc="65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200" spc="-100">
                <a:solidFill>
                  <a:srgbClr val="A8A8A8"/>
                </a:solidFill>
                <a:latin typeface="Arial MT"/>
                <a:ea typeface="Arial MT"/>
                <a:cs typeface="Arial MT"/>
              </a:rPr>
              <a:t>LES</a:t>
            </a:r>
            <a:r>
              <a:rPr sz="1200" spc="20">
                <a:solidFill>
                  <a:srgbClr val="A8A8A8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200" spc="-229">
                <a:solidFill>
                  <a:srgbClr val="A8A8A8"/>
                </a:solidFill>
                <a:latin typeface="Arial MT"/>
                <a:ea typeface="Arial MT"/>
                <a:cs typeface="Arial MT"/>
              </a:rPr>
              <a:t>REV</a:t>
            </a:r>
            <a:r>
              <a:rPr sz="1200" spc="-80">
                <a:solidFill>
                  <a:srgbClr val="A8A8A8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200" spc="-105">
                <a:solidFill>
                  <a:srgbClr val="ACACAC"/>
                </a:solidFill>
                <a:latin typeface="Arial MT"/>
                <a:ea typeface="Arial MT"/>
                <a:cs typeface="Arial MT"/>
              </a:rPr>
              <a:t>ECT</a:t>
            </a:r>
            <a:r>
              <a:rPr sz="1200" spc="-140">
                <a:solidFill>
                  <a:srgbClr val="ACACAC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200" spc="-110">
                <a:solidFill>
                  <a:srgbClr val="A7A7A7"/>
                </a:solidFill>
                <a:latin typeface="Arial MT"/>
                <a:ea typeface="Arial MT"/>
                <a:cs typeface="Arial MT"/>
              </a:rPr>
              <a:t>ED</a:t>
            </a:r>
            <a:r>
              <a:rPr sz="1200" spc="15">
                <a:solidFill>
                  <a:srgbClr val="A7A7A7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200" spc="-50">
                <a:solidFill>
                  <a:srgbClr val="A8A8A8"/>
                </a:solidFill>
                <a:latin typeface="Arial MT"/>
                <a:ea typeface="Arial MT"/>
                <a:cs typeface="Arial MT"/>
              </a:rPr>
              <a:t>B</a:t>
            </a:r>
            <a:r>
              <a:rPr sz="1200">
                <a:solidFill>
                  <a:srgbClr val="A8A8A8"/>
                </a:solidFill>
                <a:latin typeface="Arial MT"/>
                <a:ea typeface="Arial MT"/>
                <a:cs typeface="Arial MT"/>
              </a:rPr>
              <a:t>	</a:t>
            </a:r>
            <a:r>
              <a:rPr sz="1200" spc="-95">
                <a:solidFill>
                  <a:srgbClr val="AAAAAA"/>
                </a:solidFill>
                <a:latin typeface="Arial MT"/>
                <a:ea typeface="Arial MT"/>
                <a:cs typeface="Arial MT"/>
              </a:rPr>
              <a:t>BU</a:t>
            </a:r>
            <a:r>
              <a:rPr sz="1200" spc="-195">
                <a:solidFill>
                  <a:srgbClr val="AAAAAA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200" spc="-70">
                <a:solidFill>
                  <a:srgbClr val="A8A8A8"/>
                </a:solidFill>
                <a:latin typeface="Arial MT"/>
                <a:ea typeface="Arial MT"/>
                <a:cs typeface="Arial MT"/>
              </a:rPr>
              <a:t>REAU</a:t>
            </a:r>
            <a:r>
              <a:rPr sz="1200" spc="-15">
                <a:solidFill>
                  <a:srgbClr val="A8A8A8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200" spc="-65">
                <a:solidFill>
                  <a:srgbClr val="A8A8A8"/>
                </a:solidFill>
                <a:latin typeface="Arial MT"/>
                <a:ea typeface="Arial MT"/>
                <a:cs typeface="Arial MT"/>
              </a:rPr>
              <a:t>SCOR</a:t>
            </a:r>
            <a:r>
              <a:rPr sz="1200" spc="114">
                <a:solidFill>
                  <a:srgbClr val="A8A8A8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200" spc="-35">
                <a:solidFill>
                  <a:srgbClr val="ACACAC"/>
                </a:solidFill>
                <a:latin typeface="Arial MT"/>
                <a:ea typeface="Arial MT"/>
                <a:cs typeface="Arial MT"/>
              </a:rPr>
              <a:t>NG</a:t>
            </a:r>
            <a:endParaRPr sz="1200">
              <a:latin typeface="Arial MT"/>
              <a:ea typeface="Arial MT"/>
              <a:cs typeface="Arial MT"/>
            </a:endParaRPr>
          </a:p>
        </p:txBody>
      </p:sp>
      <p:pic>
        <p:nvPicPr>
          <p:cNvPr id="59" name="objec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ad6a90402f4d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35" y="7821751"/>
            <a:ext cx="20098864" cy="628253"/>
          </a:xfrm>
          <a:prstGeom xmlns:a="http://schemas.openxmlformats.org/drawingml/2006/main" prst="rect">
            <a:avLst/>
          </a:prstGeom>
        </p:spPr>
      </p:pic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68EBA66D-1549-4367-AAE8-70AC0F4AD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5" y="8554713"/>
            <a:ext cx="20093940" cy="104775"/>
          </a:xfrm>
          <a:custGeom xmlns:a="http://schemas.openxmlformats.org/drawingml/2006/main">
            <a:rect l="l" t="t" r="r" b="b"/>
            <a:pathLst>
              <a:path w="20093940" h="104775">
                <a:moveTo>
                  <a:pt x="20093629" y="104708"/>
                </a:moveTo>
                <a:lnTo>
                  <a:pt x="0" y="104708"/>
                </a:lnTo>
                <a:lnTo>
                  <a:pt x="0" y="0"/>
                </a:lnTo>
                <a:lnTo>
                  <a:pt x="20093629" y="0"/>
                </a:lnTo>
                <a:lnTo>
                  <a:pt x="20093629" y="104708"/>
                </a:lnTo>
                <a:close/>
              </a:path>
            </a:pathLst>
          </a:custGeom>
          <a:solidFill xmlns:a="http://schemas.openxmlformats.org/drawingml/2006/main">
            <a:srgbClr val="1A1A1A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20CC69CB-D554-4966-AB80-48A4D2DB1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8186" y="8498966"/>
            <a:ext cx="2204720" cy="196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1100">
                <a:solidFill>
                  <a:srgbClr val="AAAAAA"/>
                </a:solidFill>
                <a:latin typeface="Arial MT"/>
                <a:ea typeface="Arial MT"/>
                <a:cs typeface="Arial MT"/>
              </a:rPr>
              <a:t>MAN</a:t>
            </a:r>
            <a:r>
              <a:rPr sz="1100" spc="-200">
                <a:solidFill>
                  <a:srgbClr val="AAAAAA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100">
                <a:solidFill>
                  <a:srgbClr val="AAAAAA"/>
                </a:solidFill>
                <a:latin typeface="Arial MT"/>
                <a:ea typeface="Arial MT"/>
                <a:cs typeface="Arial MT"/>
              </a:rPr>
              <a:t>UAL</a:t>
            </a:r>
            <a:r>
              <a:rPr sz="1100" spc="140">
                <a:solidFill>
                  <a:srgbClr val="AAAAAA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100">
                <a:solidFill>
                  <a:srgbClr val="ACACAC"/>
                </a:solidFill>
                <a:latin typeface="Arial MT"/>
                <a:ea typeface="Arial MT"/>
                <a:cs typeface="Arial MT"/>
              </a:rPr>
              <a:t>TAT</a:t>
            </a:r>
            <a:r>
              <a:rPr sz="1100" spc="185">
                <a:solidFill>
                  <a:srgbClr val="ACACAC"/>
                </a:solidFill>
                <a:latin typeface="Arial MT"/>
                <a:ea typeface="Arial MT"/>
                <a:cs typeface="Arial MT"/>
              </a:rPr>
              <a:t>  </a:t>
            </a:r>
            <a:r>
              <a:rPr sz="1100" spc="-30">
                <a:solidFill>
                  <a:srgbClr val="A8A8A8"/>
                </a:solidFill>
                <a:latin typeface="Arial MT"/>
                <a:ea typeface="Arial MT"/>
                <a:cs typeface="Arial MT"/>
              </a:rPr>
              <a:t>VS</a:t>
            </a:r>
            <a:r>
              <a:rPr sz="1100" spc="100">
                <a:solidFill>
                  <a:srgbClr val="A8A8A8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100">
                <a:solidFill>
                  <a:srgbClr val="AAAAAA"/>
                </a:solidFill>
                <a:latin typeface="Arial MT"/>
                <a:ea typeface="Arial MT"/>
                <a:cs typeface="Arial MT"/>
              </a:rPr>
              <a:t>5</a:t>
            </a:r>
            <a:r>
              <a:rPr sz="1100">
                <a:solidFill>
                  <a:srgbClr val="A7A7A7"/>
                </a:solidFill>
                <a:latin typeface="Arial MT"/>
                <a:ea typeface="Arial MT"/>
                <a:cs typeface="Arial MT"/>
              </a:rPr>
              <a:t>5</a:t>
            </a:r>
            <a:r>
              <a:rPr sz="1100" spc="85">
                <a:solidFill>
                  <a:srgbClr val="A7A7A7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100" spc="-185">
                <a:solidFill>
                  <a:srgbClr val="A8A8A8"/>
                </a:solidFill>
                <a:latin typeface="Arial MT"/>
                <a:ea typeface="Arial MT"/>
                <a:cs typeface="Arial MT"/>
              </a:rPr>
              <a:t>S</a:t>
            </a:r>
            <a:r>
              <a:rPr sz="1100" spc="-160">
                <a:solidFill>
                  <a:srgbClr val="A8A8A8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100" spc="-20">
                <a:solidFill>
                  <a:srgbClr val="A8A8A8"/>
                </a:solidFill>
                <a:latin typeface="Arial MT"/>
                <a:ea typeface="Arial MT"/>
                <a:cs typeface="Arial MT"/>
              </a:rPr>
              <a:t>ECON</a:t>
            </a:r>
            <a:r>
              <a:rPr sz="1100" spc="-135">
                <a:solidFill>
                  <a:srgbClr val="A8A8A8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100" spc="-25">
                <a:solidFill>
                  <a:srgbClr val="A7A7A7"/>
                </a:solidFill>
                <a:latin typeface="Arial MT"/>
                <a:ea typeface="Arial MT"/>
                <a:cs typeface="Arial MT"/>
              </a:rPr>
              <a:t>DS</a:t>
            </a:r>
            <a:endParaRPr sz="1100">
              <a:latin typeface="Arial MT"/>
              <a:ea typeface="Arial MT"/>
              <a:cs typeface="Arial MT"/>
            </a:endParaRPr>
          </a:p>
        </p:txBody>
      </p:sp>
      <p:pic>
        <p:nvPicPr>
          <p:cNvPr id="62" name="object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30336e0098486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9057012" y="10764070"/>
            <a:ext cx="434541" cy="89002"/>
          </a:xfrm>
          <a:prstGeom xmlns:a="http://schemas.openxmlformats.org/drawingml/2006/main" prst="rect">
            <a:avLst/>
          </a:prstGeom>
        </p:spPr>
      </p:pic>
      <p:sp>
        <p:nvSpPr>
          <p:cNvPr id="28" name="object 28">
            <a:extLst xmlns:a="http://schemas.openxmlformats.org/drawingml/2006/main">
              <a:ext uri="{FF2B5EF4-FFF2-40B4-BE49-F238E27FC236}">
                <a16:creationId xmlns:a16="http://schemas.microsoft.com/office/drawing/2014/main" id="{98BB9991-CA63-4CB0-9535-9842FD21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35" y="10758834"/>
            <a:ext cx="20093940" cy="94615"/>
          </a:xfrm>
          <a:custGeom xmlns:a="http://schemas.openxmlformats.org/drawingml/2006/main">
            <a:rect l="l" t="t" r="r" b="b"/>
            <a:pathLst>
              <a:path w="20093940" h="94615">
                <a:moveTo>
                  <a:pt x="20093629" y="94237"/>
                </a:moveTo>
                <a:lnTo>
                  <a:pt x="0" y="94237"/>
                </a:lnTo>
                <a:lnTo>
                  <a:pt x="0" y="0"/>
                </a:lnTo>
                <a:lnTo>
                  <a:pt x="20093629" y="0"/>
                </a:lnTo>
                <a:lnTo>
                  <a:pt x="20093629" y="94237"/>
                </a:lnTo>
                <a:close/>
              </a:path>
            </a:pathLst>
          </a:custGeom>
          <a:solidFill xmlns:a="http://schemas.openxmlformats.org/drawingml/2006/main">
            <a:srgbClr val="1C1C1C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29" name="object 29">
            <a:extLst xmlns:a="http://schemas.openxmlformats.org/drawingml/2006/main">
              <a:ext uri="{FF2B5EF4-FFF2-40B4-BE49-F238E27FC236}">
                <a16:creationId xmlns:a16="http://schemas.microsoft.com/office/drawing/2014/main" id="{2115B153-7EBF-4168-A214-99F7C580D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684" y="10723011"/>
            <a:ext cx="2235835" cy="1536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143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90"/>
              </a:spcBef>
              <a:buNone/>
              <a:tabLst>
                <a:tab pos="1183005" algn="l"/>
              </a:tabLst>
            </a:pPr>
            <a:r>
              <a:rPr sz="850" spc="-70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E</a:t>
            </a:r>
            <a:r>
              <a:rPr sz="850" spc="-80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>
                <a:solidFill>
                  <a:srgbClr val="A3A3A3"/>
                </a:solidFill>
                <a:latin typeface="Arial MT"/>
                <a:ea typeface="Arial MT"/>
                <a:cs typeface="Arial MT"/>
              </a:rPr>
              <a:t>N</a:t>
            </a:r>
            <a:r>
              <a:rPr sz="850" spc="-60">
                <a:solidFill>
                  <a:srgbClr val="A3A3A3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>
                <a:solidFill>
                  <a:srgbClr val="A8A8A8"/>
                </a:solidFill>
                <a:latin typeface="Arial MT"/>
                <a:ea typeface="Arial MT"/>
                <a:cs typeface="Arial MT"/>
              </a:rPr>
              <a:t>V</a:t>
            </a:r>
            <a:r>
              <a:rPr sz="850" spc="-35">
                <a:solidFill>
                  <a:srgbClr val="A8A8A8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 spc="-70">
                <a:solidFill>
                  <a:srgbClr val="A7A7A7"/>
                </a:solidFill>
                <a:latin typeface="Arial MT"/>
                <a:ea typeface="Arial MT"/>
                <a:cs typeface="Arial MT"/>
              </a:rPr>
              <a:t>E</a:t>
            </a:r>
            <a:r>
              <a:rPr sz="850" spc="-125">
                <a:solidFill>
                  <a:srgbClr val="A7A7A7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>
                <a:solidFill>
                  <a:srgbClr val="A3A3A3"/>
                </a:solidFill>
                <a:latin typeface="Arial MT"/>
                <a:ea typeface="Arial MT"/>
                <a:cs typeface="Arial MT"/>
              </a:rPr>
              <a:t>R</a:t>
            </a:r>
            <a:r>
              <a:rPr sz="850" spc="275">
                <a:solidFill>
                  <a:srgbClr val="A3A3A3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850" spc="10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I</a:t>
            </a:r>
            <a:r>
              <a:rPr sz="850" spc="204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 spc="-10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T</a:t>
            </a:r>
            <a:r>
              <a:rPr sz="850" spc="-70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 E</a:t>
            </a:r>
            <a:r>
              <a:rPr sz="850" spc="-100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>
                <a:solidFill>
                  <a:srgbClr val="A7A7A7"/>
                </a:solidFill>
                <a:latin typeface="Arial MT"/>
                <a:ea typeface="Arial MT"/>
                <a:cs typeface="Arial MT"/>
              </a:rPr>
              <a:t>C</a:t>
            </a:r>
            <a:r>
              <a:rPr sz="850" spc="-50">
                <a:solidFill>
                  <a:srgbClr val="A7A7A7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 spc="-50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H</a:t>
            </a:r>
            <a:r>
              <a:rPr sz="850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	C</a:t>
            </a:r>
            <a:r>
              <a:rPr sz="850" spc="-15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O</a:t>
            </a:r>
            <a:r>
              <a:rPr sz="850" spc="-45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>
                <a:solidFill>
                  <a:srgbClr val="A7A7A7"/>
                </a:solidFill>
                <a:latin typeface="Arial MT"/>
                <a:ea typeface="Arial MT"/>
                <a:cs typeface="Arial MT"/>
              </a:rPr>
              <a:t>N</a:t>
            </a:r>
            <a:r>
              <a:rPr sz="850" spc="-40">
                <a:solidFill>
                  <a:srgbClr val="A7A7A7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 spc="-75">
                <a:solidFill>
                  <a:srgbClr val="A3A3A3"/>
                </a:solidFill>
                <a:latin typeface="Arial MT"/>
                <a:ea typeface="Arial MT"/>
                <a:cs typeface="Arial MT"/>
              </a:rPr>
              <a:t>F</a:t>
            </a:r>
            <a:r>
              <a:rPr sz="850" spc="-85">
                <a:solidFill>
                  <a:srgbClr val="A3A3A3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>
                <a:solidFill>
                  <a:srgbClr val="A3A3A3"/>
                </a:solidFill>
                <a:latin typeface="Arial MT"/>
                <a:ea typeface="Arial MT"/>
                <a:cs typeface="Arial MT"/>
              </a:rPr>
              <a:t>I</a:t>
            </a:r>
            <a:r>
              <a:rPr sz="850" spc="-50">
                <a:solidFill>
                  <a:srgbClr val="A3A3A3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>
                <a:solidFill>
                  <a:srgbClr val="AAAAAA"/>
                </a:solidFill>
                <a:latin typeface="Arial MT"/>
                <a:ea typeface="Arial MT"/>
                <a:cs typeface="Arial MT"/>
              </a:rPr>
              <a:t>D</a:t>
            </a:r>
            <a:r>
              <a:rPr sz="850" spc="-95">
                <a:solidFill>
                  <a:srgbClr val="AAAAAA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 spc="-70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E</a:t>
            </a:r>
            <a:r>
              <a:rPr sz="850" spc="-80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N</a:t>
            </a:r>
            <a:r>
              <a:rPr sz="850" spc="-70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T</a:t>
            </a:r>
            <a:r>
              <a:rPr sz="850" spc="-40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>
                <a:solidFill>
                  <a:srgbClr val="A3A3A3"/>
                </a:solidFill>
                <a:latin typeface="Arial MT"/>
                <a:ea typeface="Arial MT"/>
                <a:cs typeface="Arial MT"/>
              </a:rPr>
              <a:t>I</a:t>
            </a:r>
            <a:r>
              <a:rPr sz="850" spc="-25">
                <a:solidFill>
                  <a:srgbClr val="A3A3A3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850" spc="5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 spc="-50">
                <a:solidFill>
                  <a:srgbClr val="AAAAAA"/>
                </a:solidFill>
                <a:latin typeface="Arial MT"/>
                <a:ea typeface="Arial MT"/>
                <a:cs typeface="Arial MT"/>
              </a:rPr>
              <a:t>L</a:t>
            </a:r>
            <a:endParaRPr sz="850">
              <a:latin typeface="Arial MT"/>
              <a:ea typeface="Arial MT"/>
              <a:cs typeface="Arial MT"/>
            </a:endParaRP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9580550-E13A-472F-A23A-443C522C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52425"/>
            <a:ext cx="24765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11"/>
          </a:solidFill>
          <a:ln xmlns:a="http://schemas.openxmlformats.org/drawingml/2006/main" w="0">
            <a:noFill/>
          </a:ln>
        </p:spPr>
      </p:sp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9270d8b17249c9"/>
          <a:srcRect xmlns:a="http://schemas.openxmlformats.org/drawingml/2006/main" l="314" t="0" r="31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2925" y="428625"/>
            <a:ext cx="361950" cy="361950"/>
          </a:xfrm>
          <a:prstGeom xmlns:a="http://schemas.openxmlformats.org/drawingml/2006/main" prst="ellipse">
            <a:avLst/>
          </a:prstGeom>
        </p:spPr>
      </p:pic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988E695-4CF9-4977-95E4-462F60FB9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6725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 spc="2">
                <a:solidFill>
                  <a:srgbClr val="C6A448"/>
                </a:solidFill>
                <a:latin typeface="Arial"/>
                <a:ea typeface="Arial"/>
                <a:cs typeface="Arial"/>
              </a:defRPr>
            </a:pPr>
            <a:r>
              <a:rPr sz="900" b="1" spc="2">
                <a:solidFill>
                  <a:srgbClr val="C6A448"/>
                </a:solidFill>
                <a:latin typeface="Arial"/>
                <a:ea typeface="Arial"/>
                <a:cs typeface="Arial"/>
              </a:rPr>
              <a:t>ENVER AI TECH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F346ADB-1D87-46ED-88A1-EA2E54406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647700"/>
            <a:ext cx="14763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3103"/>
          </a:bodyPr>
          <a:lstStyle xmlns:a="http://schemas.openxmlformats.org/drawingml/2006/main"/>
          <a:p xmlns:a="http://schemas.openxmlformats.org/drawingml/2006/main">
            <a:pPr>
              <a:defRPr sz="638" spc="1">
                <a:solidFill>
                  <a:srgbClr val="A3B2A8"/>
                </a:solidFill>
                <a:latin typeface="Arial"/>
                <a:ea typeface="Arial"/>
                <a:cs typeface="Arial"/>
              </a:defRPr>
            </a:pPr>
            <a:r>
              <a:rPr sz="638" spc="1">
                <a:solidFill>
                  <a:srgbClr val="A3B2A8"/>
                </a:solidFill>
                <a:latin typeface="Arial"/>
                <a:ea typeface="Arial"/>
                <a:cs typeface="Arial"/>
              </a:rPr>
              <a:t>ARTIFICER MVP</a:t>
            </a:r>
          </a:p>
        </p:txBody>
      </p:sp>
    </p:spTree>
    <p:extLst>
      <p:ext uri="{BB962C8B-B14F-4D97-AF65-F5344CB8AC3E}">
        <p14:creationId xmlns:p14="http://schemas.microsoft.com/office/powerpoint/2010/main" val="1879441397"/>
      </p:ext>
    </p:extLst>
  </p:cSld>
</p:sld>
</file>

<file path=ppt/slides/slide5.xml><?xml version="1.0" encoding="utf-8"?>
<p:sld xmlns:p="http://schemas.openxmlformats.org/presentationml/2006/main" showMasterSp="0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0" name="object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73714d8b704d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2075" y="481660"/>
            <a:ext cx="167534" cy="287949"/>
          </a:xfrm>
          <a:prstGeom xmlns:a="http://schemas.openxmlformats.org/drawingml/2006/main" prst="rect">
            <a:avLst/>
          </a:prstGeom>
        </p:spPr>
      </p:pic>
      <p:pic>
        <p:nvPicPr>
          <p:cNvPr id="51" name="object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5724eccd75449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7507320" y="596840"/>
            <a:ext cx="1963291" cy="94237"/>
          </a:xfrm>
          <a:prstGeom xmlns:a="http://schemas.openxmlformats.org/drawingml/2006/main" prst="rect">
            <a:avLst/>
          </a:prstGeom>
        </p:spPr>
      </p:pic>
      <p:sp>
        <p:nvSpPr>
          <p:cNvPr id="11" name="object 11">
            <a:extLst xmlns:a="http://schemas.openxmlformats.org/drawingml/2006/main">
              <a:ext uri="{FF2B5EF4-FFF2-40B4-BE49-F238E27FC236}">
                <a16:creationId xmlns:a16="http://schemas.microsoft.com/office/drawing/2014/main" id="{73825AC7-F979-431E-9671-5A86CE143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35" y="476425"/>
            <a:ext cx="20093940" cy="293370"/>
          </a:xfrm>
          <a:custGeom xmlns:a="http://schemas.openxmlformats.org/drawingml/2006/main">
            <a:rect l="l" t="t" r="r" b="b"/>
            <a:pathLst>
              <a:path w="20093940" h="293370">
                <a:moveTo>
                  <a:pt x="20093629" y="293184"/>
                </a:moveTo>
                <a:lnTo>
                  <a:pt x="0" y="293184"/>
                </a:lnTo>
                <a:lnTo>
                  <a:pt x="0" y="0"/>
                </a:lnTo>
                <a:lnTo>
                  <a:pt x="20093629" y="0"/>
                </a:lnTo>
                <a:lnTo>
                  <a:pt x="20093629" y="293184"/>
                </a:lnTo>
                <a:close/>
              </a:path>
            </a:pathLst>
          </a:custGeom>
          <a:solidFill xmlns:a="http://schemas.openxmlformats.org/drawingml/2006/main">
            <a:srgbClr val="0A1613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DC427E1E-4C0F-45AF-AC02-F54E4F1EA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476" y="550691"/>
            <a:ext cx="47625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51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0"/>
              </a:spcBef>
              <a:buNone/>
            </a:pPr>
            <a:r>
              <a:rPr sz="850" spc="-355">
                <a:solidFill>
                  <a:srgbClr val="CFB36E"/>
                </a:solidFill>
                <a:latin typeface="Arial MT"/>
                <a:ea typeface="Arial MT"/>
                <a:cs typeface="Arial MT"/>
              </a:rPr>
              <a:t>1</a:t>
            </a:r>
            <a:endParaRPr sz="850">
              <a:latin typeface="Arial MT"/>
              <a:ea typeface="Arial MT"/>
              <a:cs typeface="Arial MT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25121610-2F76-48DA-88D1-6F6C28AA7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117" y="487866"/>
            <a:ext cx="146050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51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0"/>
              </a:spcBef>
              <a:buNone/>
            </a:pPr>
            <a:r>
              <a:rPr sz="850" i="1" spc="-105">
                <a:solidFill>
                  <a:srgbClr val="87804D"/>
                </a:solidFill>
                <a:latin typeface="Arial"/>
                <a:ea typeface="Arial"/>
                <a:cs typeface="Arial"/>
              </a:rPr>
              <a:t>,',"’</a:t>
            </a:r>
            <a:r>
              <a:rPr sz="850" i="1" spc="-25">
                <a:solidFill>
                  <a:srgbClr val="87804D"/>
                </a:solidFill>
                <a:latin typeface="Arial"/>
                <a:ea typeface="Arial"/>
                <a:cs typeface="Arial"/>
              </a:rPr>
              <a:t> </a:t>
            </a:r>
            <a:r>
              <a:rPr sz="850" i="1" spc="-60">
                <a:solidFill>
                  <a:srgbClr val="87804D"/>
                </a:solidFill>
                <a:latin typeface="Arial"/>
                <a:ea typeface="Arial"/>
                <a:cs typeface="Arial"/>
              </a:rPr>
              <a:t>:</a:t>
            </a:r>
            <a:endParaRPr sz="850">
              <a:latin typeface="Arial"/>
              <a:ea typeface="Arial"/>
              <a:cs typeface="Arial"/>
            </a:endParaRPr>
          </a:p>
        </p:txBody>
      </p:sp>
      <p:sp>
        <p:nvSpPr>
          <p:cNvPr id="15" name="object 15">
            <a:extLst xmlns:a="http://schemas.openxmlformats.org/drawingml/2006/main">
              <a:ext uri="{FF2B5EF4-FFF2-40B4-BE49-F238E27FC236}">
                <a16:creationId xmlns:a16="http://schemas.microsoft.com/office/drawing/2014/main" id="{55CA3560-B2FA-4DA0-A939-C38C9A706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184" y="550691"/>
            <a:ext cx="120014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51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0"/>
              </a:spcBef>
              <a:buNone/>
            </a:pPr>
            <a:r>
              <a:rPr sz="850" spc="-150">
                <a:solidFill>
                  <a:srgbClr val="5B4B16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850" spc="20">
                <a:solidFill>
                  <a:srgbClr val="5B4B16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 spc="-25">
                <a:solidFill>
                  <a:srgbClr val="5B4B16"/>
                </a:solidFill>
                <a:latin typeface="Arial MT"/>
                <a:ea typeface="Arial MT"/>
                <a:cs typeface="Arial MT"/>
              </a:rPr>
              <a:t>.</a:t>
            </a:r>
            <a:r>
              <a:rPr sz="850" spc="-25">
                <a:solidFill>
                  <a:srgbClr val="E4BC60"/>
                </a:solidFill>
                <a:latin typeface="Arial MT"/>
                <a:ea typeface="Arial MT"/>
                <a:cs typeface="Arial MT"/>
              </a:rPr>
              <a:t>'</a:t>
            </a:r>
            <a:endParaRPr sz="850">
              <a:latin typeface="Arial MT"/>
              <a:ea typeface="Arial MT"/>
              <a:cs typeface="Arial MT"/>
            </a:endParaRPr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1E08462F-05EA-46EF-A2A1-439640F7F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651" y="487866"/>
            <a:ext cx="1266825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51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0"/>
              </a:spcBef>
              <a:buNone/>
            </a:pPr>
            <a:r>
              <a:rPr sz="850">
                <a:solidFill>
                  <a:srgbClr val="1F1300"/>
                </a:solidFill>
                <a:latin typeface="Arial MT"/>
                <a:ea typeface="Arial MT"/>
                <a:cs typeface="Arial MT"/>
              </a:rPr>
              <a:t>E</a:t>
            </a:r>
            <a:r>
              <a:rPr sz="850" spc="55">
                <a:solidFill>
                  <a:srgbClr val="1F1300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>
                <a:solidFill>
                  <a:srgbClr val="74703F"/>
                </a:solidFill>
                <a:latin typeface="Arial MT"/>
                <a:ea typeface="Arial MT"/>
                <a:cs typeface="Arial MT"/>
              </a:rPr>
              <a:t>hl</a:t>
            </a:r>
            <a:r>
              <a:rPr sz="850" spc="65">
                <a:solidFill>
                  <a:srgbClr val="74703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>
                <a:solidFill>
                  <a:srgbClr val="BAA75D"/>
                </a:solidFill>
                <a:latin typeface="Arial MT"/>
                <a:ea typeface="Arial MT"/>
                <a:cs typeface="Arial MT"/>
              </a:rPr>
              <a:t>V</a:t>
            </a:r>
            <a:r>
              <a:rPr sz="850" spc="70">
                <a:solidFill>
                  <a:srgbClr val="BAA75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>
                <a:solidFill>
                  <a:srgbClr val="1F1300"/>
                </a:solidFill>
                <a:latin typeface="Arial MT"/>
                <a:ea typeface="Arial MT"/>
                <a:cs typeface="Arial MT"/>
              </a:rPr>
              <a:t>E</a:t>
            </a:r>
            <a:r>
              <a:rPr sz="850" spc="85">
                <a:solidFill>
                  <a:srgbClr val="1F1300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>
                <a:solidFill>
                  <a:srgbClr val="BCA15D"/>
                </a:solidFill>
                <a:latin typeface="Arial MT"/>
                <a:ea typeface="Arial MT"/>
                <a:cs typeface="Arial MT"/>
              </a:rPr>
              <a:t>R</a:t>
            </a:r>
            <a:r>
              <a:rPr sz="850" spc="440">
                <a:solidFill>
                  <a:srgbClr val="BCA15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>
                <a:solidFill>
                  <a:srgbClr val="311F00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850" spc="30">
                <a:solidFill>
                  <a:srgbClr val="311F00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>
                <a:solidFill>
                  <a:srgbClr val="837234"/>
                </a:solidFill>
                <a:latin typeface="Arial MT"/>
                <a:ea typeface="Arial MT"/>
                <a:cs typeface="Arial MT"/>
              </a:rPr>
              <a:t>I</a:t>
            </a:r>
            <a:r>
              <a:rPr sz="850" spc="380">
                <a:solidFill>
                  <a:srgbClr val="837234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>
                <a:solidFill>
                  <a:srgbClr val="645923"/>
                </a:solidFill>
                <a:latin typeface="Arial MT"/>
                <a:ea typeface="Arial MT"/>
                <a:cs typeface="Arial MT"/>
              </a:rPr>
              <a:t>T</a:t>
            </a:r>
            <a:r>
              <a:rPr sz="850" spc="60">
                <a:solidFill>
                  <a:srgbClr val="645923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>
                <a:solidFill>
                  <a:srgbClr val="261D00"/>
                </a:solidFill>
                <a:latin typeface="Arial MT"/>
                <a:ea typeface="Arial MT"/>
                <a:cs typeface="Arial MT"/>
              </a:rPr>
              <a:t>E</a:t>
            </a:r>
            <a:r>
              <a:rPr sz="850" spc="35">
                <a:solidFill>
                  <a:srgbClr val="261D00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>
                <a:solidFill>
                  <a:srgbClr val="1C1600"/>
                </a:solidFill>
                <a:latin typeface="Arial MT"/>
                <a:ea typeface="Arial MT"/>
                <a:cs typeface="Arial MT"/>
              </a:rPr>
              <a:t>C</a:t>
            </a:r>
            <a:r>
              <a:rPr sz="850" spc="50">
                <a:solidFill>
                  <a:srgbClr val="1C1600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 spc="-50">
                <a:solidFill>
                  <a:srgbClr val="756941"/>
                </a:solidFill>
                <a:latin typeface="Arial MT"/>
                <a:ea typeface="Arial MT"/>
                <a:cs typeface="Arial MT"/>
              </a:rPr>
              <a:t>H</a:t>
            </a:r>
            <a:endParaRPr sz="850">
              <a:latin typeface="Arial MT"/>
              <a:ea typeface="Arial MT"/>
              <a:cs typeface="Arial MT"/>
            </a:endParaRPr>
          </a:p>
        </p:txBody>
      </p:sp>
      <p:pic>
        <p:nvPicPr>
          <p:cNvPr id="57" name="object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d812db9b974d9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35" y="1266977"/>
            <a:ext cx="20098864" cy="502602"/>
          </a:xfrm>
          <a:prstGeom xmlns:a="http://schemas.openxmlformats.org/drawingml/2006/main" prst="rect">
            <a:avLst/>
          </a:prstGeom>
        </p:spPr>
      </p:pic>
      <p:pic>
        <p:nvPicPr>
          <p:cNvPr id="58" name="object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b9a3dc60194e7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96840" y="1989468"/>
            <a:ext cx="7518095" cy="172769"/>
          </a:xfrm>
          <a:prstGeom xmlns:a="http://schemas.openxmlformats.org/drawingml/2006/main" prst="rect">
            <a:avLst/>
          </a:prstGeom>
        </p:spPr>
      </p:pic>
      <p:pic>
        <p:nvPicPr>
          <p:cNvPr id="59" name="object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da4a51d84543a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235" y="1989468"/>
            <a:ext cx="20098864" cy="178005"/>
          </a:xfrm>
          <a:prstGeom xmlns:a="http://schemas.openxmlformats.org/drawingml/2006/main" prst="rect">
            <a:avLst/>
          </a:prstGeom>
        </p:spPr>
      </p:pic>
      <p:pic>
        <p:nvPicPr>
          <p:cNvPr id="60" name="object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a95590a0cf439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35" y="2282653"/>
            <a:ext cx="20098864" cy="178005"/>
          </a:xfrm>
          <a:prstGeom xmlns:a="http://schemas.openxmlformats.org/drawingml/2006/main" prst="rect">
            <a:avLst/>
          </a:prstGeom>
        </p:spPr>
      </p:pic>
      <p:sp>
        <p:nvSpPr>
          <p:cNvPr id="20" name="object 20">
            <a:extLst xmlns:a="http://schemas.openxmlformats.org/drawingml/2006/main">
              <a:ext uri="{FF2B5EF4-FFF2-40B4-BE49-F238E27FC236}">
                <a16:creationId xmlns:a16="http://schemas.microsoft.com/office/drawing/2014/main" id="{B705B348-B7A8-42E7-A43D-C95FF6070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5" y="3120323"/>
            <a:ext cx="20093940" cy="209550"/>
          </a:xfrm>
          <a:custGeom xmlns:a="http://schemas.openxmlformats.org/drawingml/2006/main">
            <a:rect l="l" t="t" r="r" b="b"/>
            <a:pathLst>
              <a:path w="20093940" h="209550">
                <a:moveTo>
                  <a:pt x="20093629" y="209417"/>
                </a:moveTo>
                <a:lnTo>
                  <a:pt x="0" y="209417"/>
                </a:lnTo>
                <a:lnTo>
                  <a:pt x="0" y="0"/>
                </a:lnTo>
                <a:lnTo>
                  <a:pt x="20093629" y="0"/>
                </a:lnTo>
                <a:lnTo>
                  <a:pt x="20093629" y="209417"/>
                </a:lnTo>
                <a:close/>
              </a:path>
            </a:pathLst>
          </a:custGeom>
          <a:solidFill xmlns:a="http://schemas.openxmlformats.org/drawingml/2006/main">
            <a:srgbClr val="0A1613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E4AC3E79-105B-429E-AFD8-53F026910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8454" y="3045670"/>
            <a:ext cx="1964689" cy="2819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51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0"/>
              </a:spcBef>
              <a:buNone/>
            </a:pPr>
            <a:r>
              <a:rPr sz="1650" spc="90">
                <a:solidFill>
                  <a:srgbClr val="BDBA93"/>
                </a:solidFill>
                <a:latin typeface="Times New Roman"/>
                <a:ea typeface="Times New Roman"/>
                <a:cs typeface="Times New Roman"/>
              </a:rPr>
              <a:t>Account </a:t>
            </a:r>
            <a:r>
              <a:rPr sz="1650" spc="85">
                <a:solidFill>
                  <a:srgbClr val="C1BC9A"/>
                </a:solidFill>
                <a:latin typeface="Times New Roman"/>
                <a:ea typeface="Times New Roman"/>
                <a:cs typeface="Times New Roman"/>
              </a:rPr>
              <a:t>Aggregator</a:t>
            </a:r>
            <a:endParaRPr sz="165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31C2F645-2941-4FD4-8BD6-9BFE07307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58053" y="3055850"/>
            <a:ext cx="1597025" cy="269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600" spc="95">
                <a:solidFill>
                  <a:srgbClr val="999A79"/>
                </a:solidFill>
                <a:latin typeface="Cambria"/>
                <a:ea typeface="Cambria"/>
                <a:cs typeface="Cambria"/>
              </a:rPr>
              <a:t>Public</a:t>
            </a:r>
            <a:r>
              <a:rPr sz="1600" spc="60">
                <a:solidFill>
                  <a:srgbClr val="999A79"/>
                </a:solidFill>
                <a:latin typeface="Cambria"/>
                <a:ea typeface="Cambria"/>
                <a:cs typeface="Cambria"/>
              </a:rPr>
              <a:t> </a:t>
            </a:r>
            <a:r>
              <a:rPr sz="1600" spc="40">
                <a:solidFill>
                  <a:srgbClr val="BDB595"/>
                </a:solidFill>
                <a:latin typeface="Cambria"/>
                <a:ea typeface="Cambria"/>
                <a:cs typeface="Cambria"/>
              </a:rPr>
              <a:t>registries</a:t>
            </a:r>
            <a:endParaRPr sz="1600">
              <a:latin typeface="Cambria"/>
              <a:ea typeface="Cambria"/>
              <a:cs typeface="Cambria"/>
            </a:endParaRPr>
          </a:p>
        </p:txBody>
      </p:sp>
      <p:pic>
        <p:nvPicPr>
          <p:cNvPr id="64" name="object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5a59e00aca42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182783" y="3497275"/>
            <a:ext cx="2125589" cy="120415"/>
          </a:xfrm>
          <a:prstGeom xmlns:a="http://schemas.openxmlformats.org/drawingml/2006/main" prst="rect">
            <a:avLst/>
          </a:prstGeom>
        </p:spPr>
      </p:pic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6EF04ACD-F2F1-414B-B916-D981F7EF8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35" y="3492040"/>
            <a:ext cx="20093940" cy="136525"/>
          </a:xfrm>
          <a:custGeom xmlns:a="http://schemas.openxmlformats.org/drawingml/2006/main">
            <a:rect l="l" t="t" r="r" b="b"/>
            <a:pathLst>
              <a:path w="20093940" h="136525">
                <a:moveTo>
                  <a:pt x="20093629" y="136121"/>
                </a:moveTo>
                <a:lnTo>
                  <a:pt x="0" y="136121"/>
                </a:lnTo>
                <a:lnTo>
                  <a:pt x="0" y="0"/>
                </a:lnTo>
                <a:lnTo>
                  <a:pt x="20093629" y="0"/>
                </a:lnTo>
                <a:lnTo>
                  <a:pt x="20093629" y="136121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26" name="object 26">
            <a:extLst xmlns:a="http://schemas.openxmlformats.org/drawingml/2006/main">
              <a:ext uri="{FF2B5EF4-FFF2-40B4-BE49-F238E27FC236}">
                <a16:creationId xmlns:a16="http://schemas.microsoft.com/office/drawing/2014/main" id="{FD88BC3B-4BFC-4C0E-A1B2-CD87D4FA5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282" y="3045670"/>
            <a:ext cx="197993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51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0"/>
              </a:spcBef>
              <a:buNone/>
            </a:pPr>
            <a:r>
              <a:rPr sz="1650" spc="110">
                <a:solidFill>
                  <a:srgbClr val="DDD1A7"/>
                </a:solidFill>
                <a:latin typeface="Cambria"/>
                <a:ea typeface="Cambria"/>
                <a:cs typeface="Cambria"/>
              </a:rPr>
              <a:t>Bank</a:t>
            </a:r>
            <a:r>
              <a:rPr sz="1650" spc="45">
                <a:solidFill>
                  <a:srgbClr val="DDD1A7"/>
                </a:solidFill>
                <a:latin typeface="Cambria"/>
                <a:ea typeface="Cambria"/>
                <a:cs typeface="Cambria"/>
              </a:rPr>
              <a:t> </a:t>
            </a:r>
            <a:r>
              <a:rPr sz="1650" spc="-10">
                <a:solidFill>
                  <a:srgbClr val="ACAE85"/>
                </a:solidFill>
                <a:latin typeface="Cambria"/>
                <a:ea typeface="Cambria"/>
                <a:cs typeface="Cambria"/>
              </a:rPr>
              <a:t>statements</a:t>
            </a:r>
            <a:endParaRPr sz="1650">
              <a:latin typeface="Cambria"/>
              <a:ea typeface="Cambria"/>
              <a:cs typeface="Cambria"/>
            </a:endParaRPr>
          </a:p>
          <a:p xmlns:a="http://schemas.openxmlformats.org/drawingml/2006/main">
            <a:pPr marL="27940">
              <a:lnSpc>
                <a:spcPct val="100000"/>
              </a:lnSpc>
              <a:spcBef>
                <a:spcPts val="1180"/>
              </a:spcBef>
              <a:buNone/>
              <a:tabLst>
                <a:tab pos="420370" algn="l"/>
                <a:tab pos="878840" algn="l"/>
              </a:tabLst>
            </a:pPr>
            <a:r>
              <a:rPr sz="1050" spc="-65">
                <a:solidFill>
                  <a:srgbClr val="A7A7A7"/>
                </a:solidFill>
                <a:latin typeface="Times New Roman"/>
                <a:ea typeface="Times New Roman"/>
                <a:cs typeface="Times New Roman"/>
              </a:rPr>
              <a:t>P</a:t>
            </a:r>
            <a:r>
              <a:rPr sz="1050" spc="-50">
                <a:solidFill>
                  <a:srgbClr val="A7A7A7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50" spc="-60">
                <a:solidFill>
                  <a:srgbClr val="AAAAAA"/>
                </a:solidFill>
                <a:latin typeface="Times New Roman"/>
                <a:ea typeface="Times New Roman"/>
                <a:cs typeface="Times New Roman"/>
              </a:rPr>
              <a:t>D</a:t>
            </a:r>
            <a:r>
              <a:rPr sz="1050">
                <a:solidFill>
                  <a:srgbClr val="AAAAAA"/>
                </a:solidFill>
                <a:latin typeface="Times New Roman"/>
                <a:ea typeface="Times New Roman"/>
                <a:cs typeface="Times New Roman"/>
              </a:rPr>
              <a:t>	</a:t>
            </a:r>
            <a:r>
              <a:rPr sz="1050" spc="-25">
                <a:solidFill>
                  <a:srgbClr val="A8A8A8"/>
                </a:solidFill>
                <a:latin typeface="Times New Roman"/>
                <a:ea typeface="Times New Roman"/>
                <a:cs typeface="Times New Roman"/>
              </a:rPr>
              <a:t>PSV</a:t>
            </a:r>
            <a:r>
              <a:rPr sz="1050">
                <a:solidFill>
                  <a:srgbClr val="A8A8A8"/>
                </a:solidFill>
                <a:latin typeface="Times New Roman"/>
                <a:ea typeface="Times New Roman"/>
                <a:cs typeface="Times New Roman"/>
              </a:rPr>
              <a:t>	</a:t>
            </a:r>
            <a:r>
              <a:rPr sz="1050">
                <a:solidFill>
                  <a:srgbClr val="AAAAAA"/>
                </a:solidFill>
                <a:latin typeface="Times New Roman"/>
                <a:ea typeface="Times New Roman"/>
                <a:cs typeface="Times New Roman"/>
              </a:rPr>
              <a:t>0*</a:t>
            </a:r>
            <a:r>
              <a:rPr sz="1050" spc="434">
                <a:solidFill>
                  <a:srgbClr val="AAAAAA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50" spc="-80">
                <a:solidFill>
                  <a:srgbClr val="A5A5A5"/>
                </a:solidFill>
                <a:latin typeface="Times New Roman"/>
                <a:ea typeface="Times New Roman"/>
                <a:cs typeface="Times New Roman"/>
              </a:rPr>
              <a:t>in</a:t>
            </a:r>
            <a:r>
              <a:rPr sz="1050" spc="-20">
                <a:solidFill>
                  <a:srgbClr val="A5A5A5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50" spc="50">
                <a:solidFill>
                  <a:srgbClr val="A8A8A8"/>
                </a:solidFill>
                <a:latin typeface="Times New Roman"/>
                <a:ea typeface="Times New Roman"/>
                <a:cs typeface="Times New Roman"/>
              </a:rPr>
              <a:t>dian</a:t>
            </a:r>
            <a:r>
              <a:rPr sz="1050" spc="305">
                <a:solidFill>
                  <a:srgbClr val="A8A8A8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50">
                <a:solidFill>
                  <a:srgbClr val="ACACAC"/>
                </a:solidFill>
                <a:latin typeface="Times New Roman"/>
                <a:ea typeface="Times New Roman"/>
                <a:cs typeface="Times New Roman"/>
              </a:rPr>
              <a:t>lay</a:t>
            </a:r>
            <a:r>
              <a:rPr sz="1050">
                <a:solidFill>
                  <a:srgbClr val="A8A8A8"/>
                </a:solidFill>
                <a:latin typeface="Times New Roman"/>
                <a:ea typeface="Times New Roman"/>
                <a:cs typeface="Times New Roman"/>
              </a:rPr>
              <a:t>ou</a:t>
            </a:r>
            <a:r>
              <a:rPr sz="1050" spc="-125">
                <a:solidFill>
                  <a:srgbClr val="A8A8A8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50" spc="-25">
                <a:solidFill>
                  <a:srgbClr val="A1A1A1"/>
                </a:solidFill>
                <a:latin typeface="Times New Roman"/>
                <a:ea typeface="Times New Roman"/>
                <a:cs typeface="Times New Roman"/>
              </a:rPr>
              <a:t>I</a:t>
            </a:r>
            <a:r>
              <a:rPr sz="1050" spc="-25">
                <a:solidFill>
                  <a:srgbClr val="A5A5A5"/>
                </a:solidFill>
                <a:latin typeface="Times New Roman"/>
                <a:ea typeface="Times New Roman"/>
                <a:cs typeface="Times New Roman"/>
              </a:rPr>
              <a:t>s</a:t>
            </a:r>
            <a:endParaRPr sz="105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2D85FCAE-520A-45B7-9F25-01ABC7C5A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8509" y="3050760"/>
            <a:ext cx="2263140" cy="587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143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90"/>
              </a:spcBef>
              <a:buNone/>
            </a:pPr>
            <a:r>
              <a:rPr sz="1650">
                <a:solidFill>
                  <a:srgbClr val="DFD4AA"/>
                </a:solidFill>
                <a:latin typeface="Cambria"/>
                <a:ea typeface="Cambria"/>
                <a:cs typeface="Cambria"/>
              </a:rPr>
              <a:t>GST</a:t>
            </a:r>
            <a:r>
              <a:rPr sz="1650" spc="85">
                <a:solidFill>
                  <a:srgbClr val="DFD4AA"/>
                </a:solidFill>
                <a:latin typeface="Cambria"/>
                <a:ea typeface="Cambria"/>
                <a:cs typeface="Cambria"/>
              </a:rPr>
              <a:t>  </a:t>
            </a:r>
            <a:r>
              <a:rPr sz="1650" spc="-10">
                <a:solidFill>
                  <a:srgbClr val="B5B189"/>
                </a:solidFill>
                <a:latin typeface="Cambria"/>
                <a:ea typeface="Cambria"/>
                <a:cs typeface="Cambria"/>
              </a:rPr>
              <a:t>returns</a:t>
            </a:r>
            <a:endParaRPr sz="1650">
              <a:latin typeface="Cambria"/>
              <a:ea typeface="Cambria"/>
              <a:cs typeface="Cambria"/>
            </a:endParaRPr>
          </a:p>
          <a:p xmlns:a="http://schemas.openxmlformats.org/drawingml/2006/main">
            <a:pPr marL="130810">
              <a:lnSpc>
                <a:spcPct val="100000"/>
              </a:lnSpc>
              <a:spcBef>
                <a:spcPts val="1130"/>
              </a:spcBef>
              <a:buNone/>
              <a:tabLst>
                <a:tab pos="811530" algn="l"/>
              </a:tabLst>
            </a:pPr>
            <a:r>
              <a:rPr sz="1100">
                <a:solidFill>
                  <a:srgbClr val="A7A7A7"/>
                </a:solidFill>
                <a:latin typeface="Times New Roman"/>
                <a:ea typeface="Times New Roman"/>
                <a:cs typeface="Times New Roman"/>
              </a:rPr>
              <a:t>STR-</a:t>
            </a:r>
            <a:r>
              <a:rPr sz="1100" spc="434">
                <a:solidFill>
                  <a:srgbClr val="A7A7A7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spc="-25">
                <a:solidFill>
                  <a:srgbClr val="A8A8A8"/>
                </a:solidFill>
                <a:latin typeface="Times New Roman"/>
                <a:ea typeface="Times New Roman"/>
                <a:cs typeface="Times New Roman"/>
              </a:rPr>
              <a:t>as</a:t>
            </a:r>
            <a:r>
              <a:rPr sz="1100">
                <a:solidFill>
                  <a:srgbClr val="A8A8A8"/>
                </a:solidFill>
                <a:latin typeface="Times New Roman"/>
                <a:ea typeface="Times New Roman"/>
                <a:cs typeface="Times New Roman"/>
              </a:rPr>
              <a:t>	</a:t>
            </a:r>
            <a:r>
              <a:rPr sz="1100" spc="-55">
                <a:solidFill>
                  <a:srgbClr val="A7A7A7"/>
                </a:solidFill>
                <a:latin typeface="Times New Roman"/>
                <a:ea typeface="Times New Roman"/>
                <a:cs typeface="Times New Roman"/>
              </a:rPr>
              <a:t>STR-</a:t>
            </a:r>
            <a:r>
              <a:rPr sz="1100">
                <a:solidFill>
                  <a:srgbClr val="A7A7A7"/>
                </a:solidFill>
                <a:latin typeface="Times New Roman"/>
                <a:ea typeface="Times New Roman"/>
                <a:cs typeface="Times New Roman"/>
              </a:rPr>
              <a:t>GB</a:t>
            </a:r>
            <a:r>
              <a:rPr sz="1100" spc="85">
                <a:solidFill>
                  <a:srgbClr val="A7A7A7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spc="90">
                <a:solidFill>
                  <a:srgbClr val="ACACAC"/>
                </a:solidFill>
                <a:latin typeface="Times New Roman"/>
                <a:ea typeface="Times New Roman"/>
                <a:cs typeface="Times New Roman"/>
              </a:rPr>
              <a:t>tax-</a:t>
            </a:r>
            <a:r>
              <a:rPr sz="1100" spc="114">
                <a:solidFill>
                  <a:srgbClr val="ACACAC"/>
                </a:solidFill>
                <a:latin typeface="Times New Roman"/>
                <a:ea typeface="Times New Roman"/>
                <a:cs typeface="Times New Roman"/>
              </a:rPr>
              <a:t>gap</a:t>
            </a:r>
            <a:r>
              <a:rPr sz="1100" spc="55">
                <a:solidFill>
                  <a:srgbClr val="ACACAC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>
                <a:solidFill>
                  <a:srgbClr val="A8A8A8"/>
                </a:solidFill>
                <a:latin typeface="Times New Roman"/>
                <a:ea typeface="Times New Roman"/>
                <a:cs typeface="Times New Roman"/>
              </a:rPr>
              <a:t>ch</a:t>
            </a:r>
            <a:r>
              <a:rPr sz="1100" spc="-105">
                <a:solidFill>
                  <a:srgbClr val="A8A8A8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spc="-25">
                <a:solidFill>
                  <a:srgbClr val="AAAAAA"/>
                </a:solidFill>
                <a:latin typeface="Times New Roman"/>
                <a:ea typeface="Times New Roman"/>
                <a:cs typeface="Times New Roman"/>
              </a:rPr>
              <a:t>eck</a:t>
            </a:r>
            <a:endParaRPr sz="11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8" name="object 28">
            <a:extLst xmlns:a="http://schemas.openxmlformats.org/drawingml/2006/main">
              <a:ext uri="{FF2B5EF4-FFF2-40B4-BE49-F238E27FC236}">
                <a16:creationId xmlns:a16="http://schemas.microsoft.com/office/drawing/2014/main" id="{DB66FB77-BBFC-4E24-8065-EC389AF59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5817" y="3431349"/>
            <a:ext cx="2556510" cy="2089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  <a:tabLst>
                <a:tab pos="1630045" algn="l"/>
              </a:tabLst>
            </a:pPr>
            <a:r>
              <a:rPr sz="1200">
                <a:solidFill>
                  <a:srgbClr val="A8A8A8"/>
                </a:solidFill>
                <a:latin typeface="Times New Roman"/>
                <a:ea typeface="Times New Roman"/>
                <a:cs typeface="Times New Roman"/>
              </a:rPr>
              <a:t>Sch</a:t>
            </a:r>
            <a:r>
              <a:rPr sz="1200" spc="-110">
                <a:solidFill>
                  <a:srgbClr val="A8A8A8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>
                <a:solidFill>
                  <a:srgbClr val="A8A8A8"/>
                </a:solidFill>
                <a:latin typeface="Times New Roman"/>
                <a:ea typeface="Times New Roman"/>
                <a:cs typeface="Times New Roman"/>
              </a:rPr>
              <a:t>omoti</a:t>
            </a:r>
            <a:r>
              <a:rPr sz="1200" spc="165">
                <a:solidFill>
                  <a:srgbClr val="A8A8A8"/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200" spc="-35">
                <a:solidFill>
                  <a:srgbClr val="A8A8A8"/>
                </a:solidFill>
                <a:latin typeface="Times New Roman"/>
                <a:ea typeface="Times New Roman"/>
                <a:cs typeface="Times New Roman"/>
              </a:rPr>
              <a:t>SO</a:t>
            </a:r>
            <a:r>
              <a:rPr sz="1200" spc="-90">
                <a:solidFill>
                  <a:srgbClr val="A8A8A8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spc="-305">
                <a:solidFill>
                  <a:srgbClr val="A7A7A7"/>
                </a:solidFill>
                <a:latin typeface="Times New Roman"/>
                <a:ea typeface="Times New Roman"/>
                <a:cs typeface="Times New Roman"/>
              </a:rPr>
              <a:t>N</a:t>
            </a:r>
            <a:r>
              <a:rPr sz="1200" spc="495">
                <a:solidFill>
                  <a:srgbClr val="A7A7A7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spc="55">
                <a:solidFill>
                  <a:srgbClr val="ACACAC"/>
                </a:solidFill>
                <a:latin typeface="Times New Roman"/>
                <a:ea typeface="Times New Roman"/>
                <a:cs typeface="Times New Roman"/>
              </a:rPr>
              <a:t>Sets</a:t>
            </a:r>
            <a:r>
              <a:rPr sz="1200" spc="45">
                <a:solidFill>
                  <a:srgbClr val="ACACAC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spc="-50">
                <a:solidFill>
                  <a:srgbClr val="A1A1A1"/>
                </a:solidFill>
                <a:latin typeface="Times New Roman"/>
                <a:ea typeface="Times New Roman"/>
                <a:cs typeface="Times New Roman"/>
              </a:rPr>
              <a:t>/</a:t>
            </a:r>
            <a:r>
              <a:rPr sz="1200">
                <a:solidFill>
                  <a:srgbClr val="A1A1A1"/>
                </a:solidFill>
                <a:latin typeface="Times New Roman"/>
                <a:ea typeface="Times New Roman"/>
                <a:cs typeface="Times New Roman"/>
              </a:rPr>
              <a:t>	</a:t>
            </a:r>
            <a:r>
              <a:rPr sz="1200" spc="-125">
                <a:solidFill>
                  <a:srgbClr val="A5A5A5"/>
                </a:solidFill>
                <a:latin typeface="Times New Roman"/>
                <a:ea typeface="Times New Roman"/>
                <a:cs typeface="Times New Roman"/>
              </a:rPr>
              <a:t>in</a:t>
            </a:r>
            <a:r>
              <a:rPr sz="1200" spc="-120">
                <a:solidFill>
                  <a:srgbClr val="A5A5A5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>
                <a:solidFill>
                  <a:srgbClr val="AAAAAA"/>
                </a:solidFill>
                <a:latin typeface="Times New Roman"/>
                <a:ea typeface="Times New Roman"/>
                <a:cs typeface="Times New Roman"/>
              </a:rPr>
              <a:t>ve </a:t>
            </a:r>
            <a:r>
              <a:rPr sz="1200">
                <a:solidFill>
                  <a:srgbClr val="A5A5A5"/>
                </a:solidFill>
                <a:latin typeface="Times New Roman"/>
                <a:ea typeface="Times New Roman"/>
                <a:cs typeface="Times New Roman"/>
              </a:rPr>
              <a:t>/</a:t>
            </a:r>
            <a:r>
              <a:rPr sz="1200" spc="40">
                <a:solidFill>
                  <a:srgbClr val="A5A5A5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spc="-110">
                <a:solidFill>
                  <a:srgbClr val="A5A5A5"/>
                </a:solidFill>
                <a:latin typeface="Times New Roman"/>
                <a:ea typeface="Times New Roman"/>
                <a:cs typeface="Times New Roman"/>
              </a:rPr>
              <a:t>An</a:t>
            </a:r>
            <a:r>
              <a:rPr sz="1200" spc="-114">
                <a:solidFill>
                  <a:srgbClr val="A5A5A5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spc="-10">
                <a:solidFill>
                  <a:srgbClr val="A8A8A8"/>
                </a:solidFill>
                <a:latin typeface="Times New Roman"/>
                <a:ea typeface="Times New Roman"/>
                <a:cs typeface="Times New Roman"/>
              </a:rPr>
              <a:t>omoti</a:t>
            </a:r>
            <a:endParaRPr sz="12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" name="object 4">
            <a:extLst xmlns:a="http://schemas.openxmlformats.org/drawingml/2006/main">
              <a:ext uri="{FF2B5EF4-FFF2-40B4-BE49-F238E27FC236}">
                <a16:creationId xmlns:a16="http://schemas.microsoft.com/office/drawing/2014/main" id="{E218F782-FB4F-48EA-99BD-9D540EEE4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142" y="4190273"/>
            <a:ext cx="4603115" cy="0"/>
          </a:xfrm>
          <a:custGeom xmlns:a="http://schemas.openxmlformats.org/drawingml/2006/main">
            <a:rect l="l" t="t" r="r" b="b"/>
            <a:pathLst>
              <a:path w="4603115" h="0">
                <a:moveTo>
                  <a:pt x="0" y="0"/>
                </a:moveTo>
                <a:lnTo>
                  <a:pt x="4603000" y="0"/>
                </a:lnTo>
              </a:path>
            </a:pathLst>
          </a:custGeom>
          <a:ln xmlns:a="http://schemas.openxmlformats.org/drawingml/2006/main" w="12216">
            <a:solidFill>
              <a:srgbClr val="131300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20732DFD-82C4-4179-A4D8-DA4FB82CC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0167" y="4190273"/>
            <a:ext cx="4603115" cy="0"/>
          </a:xfrm>
          <a:custGeom xmlns:a="http://schemas.openxmlformats.org/drawingml/2006/main">
            <a:rect l="l" t="t" r="r" b="b"/>
            <a:pathLst>
              <a:path w="4603115" h="0">
                <a:moveTo>
                  <a:pt x="0" y="0"/>
                </a:moveTo>
                <a:lnTo>
                  <a:pt x="4603000" y="0"/>
                </a:lnTo>
              </a:path>
            </a:pathLst>
          </a:custGeom>
          <a:ln xmlns:a="http://schemas.openxmlformats.org/drawingml/2006/main" w="12216">
            <a:solidFill>
              <a:srgbClr val="131300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D5A9FAFD-F8D3-4B65-BC49-E14873D51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93" y="4190273"/>
            <a:ext cx="4605655" cy="0"/>
          </a:xfrm>
          <a:custGeom xmlns:a="http://schemas.openxmlformats.org/drawingml/2006/main">
            <a:rect l="l" t="t" r="r" b="b"/>
            <a:pathLst>
              <a:path w="4605655" h="0">
                <a:moveTo>
                  <a:pt x="0" y="0"/>
                </a:moveTo>
                <a:lnTo>
                  <a:pt x="4605443" y="0"/>
                </a:lnTo>
              </a:path>
            </a:pathLst>
          </a:custGeom>
          <a:ln xmlns:a="http://schemas.openxmlformats.org/drawingml/2006/main" w="12216">
            <a:solidFill>
              <a:srgbClr val="131300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691437BA-A8EB-4EE6-8656-93BDFDA42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20666" y="4190273"/>
            <a:ext cx="4603115" cy="0"/>
          </a:xfrm>
          <a:custGeom xmlns:a="http://schemas.openxmlformats.org/drawingml/2006/main">
            <a:rect l="l" t="t" r="r" b="b"/>
            <a:pathLst>
              <a:path w="4603115" h="0">
                <a:moveTo>
                  <a:pt x="0" y="0"/>
                </a:moveTo>
                <a:lnTo>
                  <a:pt x="4603000" y="0"/>
                </a:lnTo>
              </a:path>
            </a:pathLst>
          </a:custGeom>
          <a:ln xmlns:a="http://schemas.openxmlformats.org/drawingml/2006/main" w="12216">
            <a:solidFill>
              <a:srgbClr val="131300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pic>
        <p:nvPicPr>
          <p:cNvPr id="73" name="objec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2d5cbbff7944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35" y="4392536"/>
            <a:ext cx="20098864" cy="392658"/>
          </a:xfrm>
          <a:prstGeom xmlns:a="http://schemas.openxmlformats.org/drawingml/2006/main" prst="rect">
            <a:avLst/>
          </a:prstGeom>
        </p:spPr>
      </p:pic>
      <p:sp>
        <p:nvSpPr>
          <p:cNvPr id="29" name="object 29">
            <a:extLst xmlns:a="http://schemas.openxmlformats.org/drawingml/2006/main">
              <a:ext uri="{FF2B5EF4-FFF2-40B4-BE49-F238E27FC236}">
                <a16:creationId xmlns:a16="http://schemas.microsoft.com/office/drawing/2014/main" id="{3AC202C1-AA36-459F-A1F3-E4FD45420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5" y="4868961"/>
            <a:ext cx="20093940" cy="141605"/>
          </a:xfrm>
          <a:custGeom xmlns:a="http://schemas.openxmlformats.org/drawingml/2006/main">
            <a:rect l="l" t="t" r="r" b="b"/>
            <a:pathLst>
              <a:path w="20093940" h="141604">
                <a:moveTo>
                  <a:pt x="20093629" y="141356"/>
                </a:moveTo>
                <a:lnTo>
                  <a:pt x="0" y="141356"/>
                </a:lnTo>
                <a:lnTo>
                  <a:pt x="0" y="0"/>
                </a:lnTo>
                <a:lnTo>
                  <a:pt x="20093629" y="0"/>
                </a:lnTo>
                <a:lnTo>
                  <a:pt x="20093629" y="141356"/>
                </a:lnTo>
                <a:close/>
              </a:path>
            </a:pathLst>
          </a:custGeom>
          <a:solidFill xmlns:a="http://schemas.openxmlformats.org/drawingml/2006/main">
            <a:srgbClr val="131313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A4BFBE1E-1E32-48FE-B980-BB5CE4001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966" y="4828775"/>
            <a:ext cx="205930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51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0"/>
              </a:spcBef>
              <a:buNone/>
            </a:pPr>
            <a:r>
              <a:rPr sz="1050" spc="-110">
                <a:solidFill>
                  <a:srgbClr val="AAAAAA"/>
                </a:solidFill>
                <a:latin typeface="Arial MT"/>
                <a:ea typeface="Arial MT"/>
                <a:cs typeface="Arial MT"/>
              </a:rPr>
              <a:t>SS</a:t>
            </a:r>
            <a:r>
              <a:rPr sz="1050" spc="-180">
                <a:solidFill>
                  <a:srgbClr val="AAAAAA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050" spc="50">
                <a:solidFill>
                  <a:srgbClr val="AAAAAA"/>
                </a:solidFill>
                <a:latin typeface="Arial MT"/>
                <a:ea typeface="Arial MT"/>
                <a:cs typeface="Arial MT"/>
              </a:rPr>
              <a:t>E-</a:t>
            </a:r>
            <a:r>
              <a:rPr sz="1050" spc="55">
                <a:solidFill>
                  <a:srgbClr val="AAAAAA"/>
                </a:solidFill>
                <a:latin typeface="Arial MT"/>
                <a:ea typeface="Arial MT"/>
                <a:cs typeface="Arial MT"/>
              </a:rPr>
              <a:t>streamed</a:t>
            </a:r>
            <a:r>
              <a:rPr sz="1050" spc="50">
                <a:solidFill>
                  <a:srgbClr val="AAAAAA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050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TAT</a:t>
            </a:r>
            <a:r>
              <a:rPr sz="1050" spc="70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050">
                <a:solidFill>
                  <a:srgbClr val="A8A8A8"/>
                </a:solidFill>
                <a:latin typeface="Arial MT"/>
                <a:ea typeface="Arial MT"/>
                <a:cs typeface="Arial MT"/>
              </a:rPr>
              <a:t>vs </a:t>
            </a:r>
            <a:r>
              <a:rPr sz="1050" spc="-150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3—</a:t>
            </a:r>
            <a:r>
              <a:rPr sz="1050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5</a:t>
            </a:r>
            <a:r>
              <a:rPr sz="1050" spc="35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050" spc="-20">
                <a:solidFill>
                  <a:srgbClr val="A8A8A8"/>
                </a:solidFill>
                <a:latin typeface="Arial MT"/>
                <a:ea typeface="Arial MT"/>
                <a:cs typeface="Arial MT"/>
              </a:rPr>
              <a:t>days</a:t>
            </a:r>
            <a:endParaRPr sz="1050">
              <a:latin typeface="Arial MT"/>
              <a:ea typeface="Arial MT"/>
              <a:cs typeface="Arial MT"/>
            </a:endParaRPr>
          </a:p>
        </p:txBody>
      </p:sp>
      <p:sp>
        <p:nvSpPr>
          <p:cNvPr id="31" name="object 31">
            <a:extLst xmlns:a="http://schemas.openxmlformats.org/drawingml/2006/main">
              <a:ext uri="{FF2B5EF4-FFF2-40B4-BE49-F238E27FC236}">
                <a16:creationId xmlns:a16="http://schemas.microsoft.com/office/drawing/2014/main" id="{6FC2C678-6200-4D42-BF7C-0560BE62F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501" y="4833865"/>
            <a:ext cx="2244090" cy="1847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143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90"/>
              </a:spcBef>
              <a:buNone/>
            </a:pPr>
            <a:r>
              <a:rPr sz="1050">
                <a:solidFill>
                  <a:srgbClr val="A8A8A8"/>
                </a:solidFill>
                <a:latin typeface="Arial MT"/>
                <a:ea typeface="Arial MT"/>
                <a:cs typeface="Arial MT"/>
              </a:rPr>
              <a:t>Health</a:t>
            </a:r>
            <a:r>
              <a:rPr sz="1050" spc="85">
                <a:solidFill>
                  <a:srgbClr val="A8A8A8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050">
                <a:solidFill>
                  <a:srgbClr val="AAAAAA"/>
                </a:solidFill>
                <a:latin typeface="Arial MT"/>
                <a:ea typeface="Arial MT"/>
                <a:cs typeface="Arial MT"/>
              </a:rPr>
              <a:t>score</a:t>
            </a:r>
            <a:r>
              <a:rPr sz="1050" spc="130">
                <a:solidFill>
                  <a:srgbClr val="AAAAAA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050">
                <a:solidFill>
                  <a:srgbClr val="A8A8A8"/>
                </a:solidFill>
                <a:latin typeface="Arial MT"/>
                <a:ea typeface="Arial MT"/>
                <a:cs typeface="Arial MT"/>
              </a:rPr>
              <a:t>*</a:t>
            </a:r>
            <a:r>
              <a:rPr sz="1050" spc="225">
                <a:solidFill>
                  <a:srgbClr val="A8A8A8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050">
                <a:solidFill>
                  <a:srgbClr val="A8A8A8"/>
                </a:solidFill>
                <a:latin typeface="Arial MT"/>
                <a:ea typeface="Arial MT"/>
                <a:cs typeface="Arial MT"/>
              </a:rPr>
              <a:t>LOW</a:t>
            </a:r>
            <a:r>
              <a:rPr sz="1050" spc="180">
                <a:solidFill>
                  <a:srgbClr val="A8A8A8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050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/</a:t>
            </a:r>
            <a:r>
              <a:rPr sz="1050" spc="125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050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M</a:t>
            </a:r>
            <a:r>
              <a:rPr sz="1050" spc="-180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050">
                <a:solidFill>
                  <a:srgbClr val="A8A8A8"/>
                </a:solidFill>
                <a:latin typeface="Arial MT"/>
                <a:ea typeface="Arial MT"/>
                <a:cs typeface="Arial MT"/>
              </a:rPr>
              <a:t>ED</a:t>
            </a:r>
            <a:r>
              <a:rPr sz="1050" spc="45">
                <a:solidFill>
                  <a:srgbClr val="A8A8A8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050">
                <a:solidFill>
                  <a:srgbClr val="A7A7A7"/>
                </a:solidFill>
                <a:latin typeface="Arial MT"/>
                <a:ea typeface="Arial MT"/>
                <a:cs typeface="Arial MT"/>
              </a:rPr>
              <a:t>/</a:t>
            </a:r>
            <a:r>
              <a:rPr sz="1050" spc="135">
                <a:solidFill>
                  <a:srgbClr val="A7A7A7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050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H</a:t>
            </a:r>
            <a:r>
              <a:rPr sz="1050" spc="180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050" spc="-25">
                <a:solidFill>
                  <a:srgbClr val="A8A8A8"/>
                </a:solidFill>
                <a:latin typeface="Arial MT"/>
                <a:ea typeface="Arial MT"/>
                <a:cs typeface="Arial MT"/>
              </a:rPr>
              <a:t>G</a:t>
            </a:r>
            <a:r>
              <a:rPr sz="1050" spc="-25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H</a:t>
            </a:r>
            <a:endParaRPr sz="1050">
              <a:latin typeface="Arial MT"/>
              <a:ea typeface="Arial MT"/>
              <a:cs typeface="Arial MT"/>
            </a:endParaRPr>
          </a:p>
        </p:txBody>
      </p:sp>
      <p:sp>
        <p:nvSpPr>
          <p:cNvPr id="32" name="object 32">
            <a:extLst xmlns:a="http://schemas.openxmlformats.org/drawingml/2006/main">
              <a:ext uri="{FF2B5EF4-FFF2-40B4-BE49-F238E27FC236}">
                <a16:creationId xmlns:a16="http://schemas.microsoft.com/office/drawing/2014/main" id="{2082931E-1CE0-4A25-B8BE-E10665926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8756" y="4828775"/>
            <a:ext cx="310578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51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0"/>
              </a:spcBef>
              <a:buNone/>
            </a:pPr>
            <a:r>
              <a:rPr sz="1050" spc="20">
                <a:solidFill>
                  <a:srgbClr val="AAAAAA"/>
                </a:solidFill>
                <a:latin typeface="Arial MT"/>
                <a:ea typeface="Arial MT"/>
                <a:cs typeface="Arial MT"/>
              </a:rPr>
              <a:t>Liquidity,</a:t>
            </a:r>
            <a:r>
              <a:rPr sz="1050" spc="125">
                <a:solidFill>
                  <a:srgbClr val="AAAAAA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050" spc="50">
                <a:solidFill>
                  <a:srgbClr val="AAAAAA"/>
                </a:solidFill>
                <a:latin typeface="Arial MT"/>
                <a:ea typeface="Arial MT"/>
                <a:cs typeface="Arial MT"/>
              </a:rPr>
              <a:t>reven</a:t>
            </a:r>
            <a:r>
              <a:rPr sz="1050" spc="-170">
                <a:solidFill>
                  <a:srgbClr val="AAAAAA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050" spc="20">
                <a:solidFill>
                  <a:srgbClr val="AAAAAA"/>
                </a:solidFill>
                <a:latin typeface="Arial MT"/>
                <a:ea typeface="Arial MT"/>
                <a:cs typeface="Arial MT"/>
              </a:rPr>
              <a:t>ue,</a:t>
            </a:r>
            <a:r>
              <a:rPr sz="1050" spc="60">
                <a:solidFill>
                  <a:srgbClr val="AAAAAA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050" spc="20">
                <a:solidFill>
                  <a:srgbClr val="AAAAAA"/>
                </a:solidFill>
                <a:latin typeface="Arial MT"/>
                <a:ea typeface="Arial MT"/>
                <a:cs typeface="Arial MT"/>
              </a:rPr>
              <a:t>stability,</a:t>
            </a:r>
            <a:r>
              <a:rPr sz="1050" spc="130">
                <a:solidFill>
                  <a:srgbClr val="AAAAAA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050" spc="20">
                <a:solidFill>
                  <a:srgbClr val="AAAAAA"/>
                </a:solidFill>
                <a:latin typeface="Arial MT"/>
                <a:ea typeface="Arial MT"/>
                <a:cs typeface="Arial MT"/>
              </a:rPr>
              <a:t>leverage,</a:t>
            </a:r>
            <a:r>
              <a:rPr sz="1050" spc="114">
                <a:solidFill>
                  <a:srgbClr val="AAAAAA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050" spc="-10">
                <a:solidFill>
                  <a:srgbClr val="ACACAC"/>
                </a:solidFill>
                <a:latin typeface="Arial MT"/>
                <a:ea typeface="Arial MT"/>
                <a:cs typeface="Arial MT"/>
              </a:rPr>
              <a:t>behaviour</a:t>
            </a:r>
            <a:endParaRPr sz="1050">
              <a:latin typeface="Arial MT"/>
              <a:ea typeface="Arial MT"/>
              <a:cs typeface="Arial MT"/>
            </a:endParaRPr>
          </a:p>
        </p:txBody>
      </p:sp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C1C3F6D6-8676-4F47-995A-31561C143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3254" y="4844045"/>
            <a:ext cx="1635125" cy="1720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950">
                <a:solidFill>
                  <a:srgbClr val="A3A3A3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950" spc="-130">
                <a:solidFill>
                  <a:srgbClr val="A3A3A3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50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I</a:t>
            </a:r>
            <a:r>
              <a:rPr sz="950" spc="55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50" spc="75">
                <a:solidFill>
                  <a:srgbClr val="ACACAC"/>
                </a:solidFill>
                <a:latin typeface="Arial MT"/>
                <a:ea typeface="Arial MT"/>
                <a:cs typeface="Arial MT"/>
              </a:rPr>
              <a:t>cost </a:t>
            </a:r>
            <a:r>
              <a:rPr sz="950" spc="105">
                <a:solidFill>
                  <a:srgbClr val="A7A7A7"/>
                </a:solidFill>
                <a:latin typeface="Arial MT"/>
                <a:ea typeface="Arial MT"/>
                <a:cs typeface="Arial MT"/>
              </a:rPr>
              <a:t>per</a:t>
            </a:r>
            <a:r>
              <a:rPr sz="950" spc="125">
                <a:solidFill>
                  <a:srgbClr val="A7A7A7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50" spc="55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£</a:t>
            </a:r>
            <a:r>
              <a:rPr sz="950" spc="55">
                <a:solidFill>
                  <a:srgbClr val="A8A8A8"/>
                </a:solidFill>
                <a:latin typeface="Arial MT"/>
                <a:ea typeface="Arial MT"/>
                <a:cs typeface="Arial MT"/>
              </a:rPr>
              <a:t>Ie</a:t>
            </a:r>
            <a:r>
              <a:rPr sz="950" spc="75">
                <a:solidFill>
                  <a:srgbClr val="A8A8A8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50">
                <a:solidFill>
                  <a:srgbClr val="ACACAC"/>
                </a:solidFill>
                <a:latin typeface="Arial MT"/>
                <a:ea typeface="Arial MT"/>
                <a:cs typeface="Arial MT"/>
              </a:rPr>
              <a:t>vs</a:t>
            </a:r>
            <a:r>
              <a:rPr sz="950" spc="65">
                <a:solidFill>
                  <a:srgbClr val="ACACAC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50" spc="-60">
                <a:solidFill>
                  <a:srgbClr val="A7A7A7"/>
                </a:solidFill>
                <a:latin typeface="Arial MT"/>
                <a:ea typeface="Arial MT"/>
                <a:cs typeface="Arial MT"/>
              </a:rPr>
              <a:t>$</a:t>
            </a:r>
            <a:r>
              <a:rPr sz="950" spc="-60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8</a:t>
            </a:r>
            <a:r>
              <a:rPr sz="950" spc="-60">
                <a:solidFill>
                  <a:srgbClr val="AAAAAA"/>
                </a:solidFill>
                <a:latin typeface="Arial MT"/>
                <a:ea typeface="Arial MT"/>
                <a:cs typeface="Arial MT"/>
              </a:rPr>
              <a:t>O—</a:t>
            </a:r>
            <a:r>
              <a:rPr sz="950" spc="35">
                <a:solidFill>
                  <a:srgbClr val="AAAAAA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50" spc="-25">
                <a:solidFill>
                  <a:srgbClr val="AAAAAA"/>
                </a:solidFill>
                <a:latin typeface="Arial MT"/>
                <a:ea typeface="Arial MT"/>
                <a:cs typeface="Arial MT"/>
              </a:rPr>
              <a:t>Al</a:t>
            </a:r>
            <a:endParaRPr sz="950">
              <a:latin typeface="Arial MT"/>
              <a:ea typeface="Arial MT"/>
              <a:cs typeface="Arial MT"/>
            </a:endParaRPr>
          </a:p>
        </p:txBody>
      </p:sp>
      <p:sp>
        <p:nvSpPr>
          <p:cNvPr id="34" name="object 34">
            <a:extLst xmlns:a="http://schemas.openxmlformats.org/drawingml/2006/main">
              <a:ext uri="{FF2B5EF4-FFF2-40B4-BE49-F238E27FC236}">
                <a16:creationId xmlns:a16="http://schemas.microsoft.com/office/drawing/2014/main" id="{E42A727B-26C8-46E3-AAD6-7F1E75AB7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09159" y="4844045"/>
            <a:ext cx="626110" cy="1720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950">
                <a:solidFill>
                  <a:srgbClr val="ACACAC"/>
                </a:solidFill>
                <a:latin typeface="Arial MT"/>
                <a:ea typeface="Arial MT"/>
                <a:cs typeface="Arial MT"/>
              </a:rPr>
              <a:t>O</a:t>
            </a:r>
            <a:r>
              <a:rPr sz="950" spc="-45">
                <a:solidFill>
                  <a:srgbClr val="ACACAC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50">
                <a:solidFill>
                  <a:srgbClr val="A8A8A8"/>
                </a:solidFill>
                <a:latin typeface="Arial MT"/>
                <a:ea typeface="Arial MT"/>
                <a:cs typeface="Arial MT"/>
              </a:rPr>
              <a:t>man</a:t>
            </a:r>
            <a:r>
              <a:rPr sz="950" spc="190">
                <a:solidFill>
                  <a:srgbClr val="A8A8A8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50" spc="-25">
                <a:solidFill>
                  <a:srgbClr val="A8A8A8"/>
                </a:solidFill>
                <a:latin typeface="Arial MT"/>
                <a:ea typeface="Arial MT"/>
                <a:cs typeface="Arial MT"/>
              </a:rPr>
              <a:t>ua</a:t>
            </a:r>
            <a:r>
              <a:rPr sz="950" spc="-25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I</a:t>
            </a:r>
            <a:endParaRPr sz="950">
              <a:latin typeface="Arial MT"/>
              <a:ea typeface="Arial MT"/>
              <a:cs typeface="Arial MT"/>
            </a:endParaRPr>
          </a:p>
        </p:txBody>
      </p:sp>
      <p:sp>
        <p:nvSpPr>
          <p:cNvPr id="35" name="object 35">
            <a:extLst xmlns:a="http://schemas.openxmlformats.org/drawingml/2006/main">
              <a:ext uri="{FF2B5EF4-FFF2-40B4-BE49-F238E27FC236}">
                <a16:creationId xmlns:a16="http://schemas.microsoft.com/office/drawing/2014/main" id="{81A56568-8E32-4AD6-929B-C4E07C1A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5" y="10758834"/>
            <a:ext cx="20093940" cy="94615"/>
          </a:xfrm>
          <a:custGeom xmlns:a="http://schemas.openxmlformats.org/drawingml/2006/main">
            <a:rect l="l" t="t" r="r" b="b"/>
            <a:pathLst>
              <a:path w="20093940" h="94615">
                <a:moveTo>
                  <a:pt x="20093629" y="94237"/>
                </a:moveTo>
                <a:lnTo>
                  <a:pt x="0" y="94237"/>
                </a:lnTo>
                <a:lnTo>
                  <a:pt x="0" y="0"/>
                </a:lnTo>
                <a:lnTo>
                  <a:pt x="20093629" y="0"/>
                </a:lnTo>
                <a:lnTo>
                  <a:pt x="20093629" y="94237"/>
                </a:lnTo>
                <a:close/>
              </a:path>
            </a:pathLst>
          </a:custGeom>
          <a:solidFill xmlns:a="http://schemas.openxmlformats.org/drawingml/2006/main">
            <a:srgbClr val="1C1C1C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A8DA27EB-CF60-4024-9EF8-0B12BD1A3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684" y="10723011"/>
            <a:ext cx="2235835" cy="1536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143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90"/>
              </a:spcBef>
              <a:buNone/>
              <a:tabLst>
                <a:tab pos="1183005" algn="l"/>
              </a:tabLst>
            </a:pPr>
            <a:r>
              <a:rPr sz="850" spc="-70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E</a:t>
            </a:r>
            <a:r>
              <a:rPr sz="850" spc="-80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N</a:t>
            </a:r>
            <a:r>
              <a:rPr sz="850" spc="-60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>
                <a:solidFill>
                  <a:srgbClr val="A8A8A8"/>
                </a:solidFill>
                <a:latin typeface="Arial MT"/>
                <a:ea typeface="Arial MT"/>
                <a:cs typeface="Arial MT"/>
              </a:rPr>
              <a:t>V</a:t>
            </a:r>
            <a:r>
              <a:rPr sz="850" spc="-35">
                <a:solidFill>
                  <a:srgbClr val="A8A8A8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 spc="-70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E</a:t>
            </a:r>
            <a:r>
              <a:rPr sz="850" spc="-125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R</a:t>
            </a:r>
            <a:r>
              <a:rPr sz="850" spc="275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850" spc="10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I</a:t>
            </a:r>
            <a:r>
              <a:rPr sz="850" spc="204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 spc="-10">
                <a:solidFill>
                  <a:srgbClr val="A3A3A3"/>
                </a:solidFill>
                <a:latin typeface="Arial MT"/>
                <a:ea typeface="Arial MT"/>
                <a:cs typeface="Arial MT"/>
              </a:rPr>
              <a:t>T</a:t>
            </a:r>
            <a:r>
              <a:rPr sz="850" spc="-70">
                <a:solidFill>
                  <a:srgbClr val="A3A3A3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 spc="-70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E</a:t>
            </a:r>
            <a:r>
              <a:rPr sz="850" spc="-100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>
                <a:solidFill>
                  <a:srgbClr val="A8A8A8"/>
                </a:solidFill>
                <a:latin typeface="Arial MT"/>
                <a:ea typeface="Arial MT"/>
                <a:cs typeface="Arial MT"/>
              </a:rPr>
              <a:t>C</a:t>
            </a:r>
            <a:r>
              <a:rPr sz="850" spc="-50">
                <a:solidFill>
                  <a:srgbClr val="A8A8A8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 spc="-50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H</a:t>
            </a:r>
            <a:r>
              <a:rPr sz="850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	C</a:t>
            </a:r>
            <a:r>
              <a:rPr sz="850" spc="-15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>
                <a:solidFill>
                  <a:srgbClr val="A7A7A7"/>
                </a:solidFill>
                <a:latin typeface="Arial MT"/>
                <a:ea typeface="Arial MT"/>
                <a:cs typeface="Arial MT"/>
              </a:rPr>
              <a:t>O</a:t>
            </a:r>
            <a:r>
              <a:rPr sz="850" spc="-45">
                <a:solidFill>
                  <a:srgbClr val="A7A7A7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N</a:t>
            </a:r>
            <a:r>
              <a:rPr sz="850" spc="-40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 spc="-75">
                <a:solidFill>
                  <a:srgbClr val="A3A3A3"/>
                </a:solidFill>
                <a:latin typeface="Arial MT"/>
                <a:ea typeface="Arial MT"/>
                <a:cs typeface="Arial MT"/>
              </a:rPr>
              <a:t>F</a:t>
            </a:r>
            <a:r>
              <a:rPr sz="850" spc="-85">
                <a:solidFill>
                  <a:srgbClr val="A3A3A3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>
                <a:solidFill>
                  <a:srgbClr val="A3A3A3"/>
                </a:solidFill>
                <a:latin typeface="Arial MT"/>
                <a:ea typeface="Arial MT"/>
                <a:cs typeface="Arial MT"/>
              </a:rPr>
              <a:t>I</a:t>
            </a:r>
            <a:r>
              <a:rPr sz="850" spc="-50">
                <a:solidFill>
                  <a:srgbClr val="A3A3A3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>
                <a:solidFill>
                  <a:srgbClr val="AAAAAA"/>
                </a:solidFill>
                <a:latin typeface="Arial MT"/>
                <a:ea typeface="Arial MT"/>
                <a:cs typeface="Arial MT"/>
              </a:rPr>
              <a:t>D</a:t>
            </a:r>
            <a:r>
              <a:rPr sz="850" spc="-95">
                <a:solidFill>
                  <a:srgbClr val="AAAAAA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 spc="-70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E</a:t>
            </a:r>
            <a:r>
              <a:rPr sz="850" spc="-80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N</a:t>
            </a:r>
            <a:r>
              <a:rPr sz="850" spc="-70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T</a:t>
            </a:r>
            <a:r>
              <a:rPr sz="850" spc="-40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>
                <a:solidFill>
                  <a:srgbClr val="A3A3A3"/>
                </a:solidFill>
                <a:latin typeface="Arial MT"/>
                <a:ea typeface="Arial MT"/>
                <a:cs typeface="Arial MT"/>
              </a:rPr>
              <a:t>I</a:t>
            </a:r>
            <a:r>
              <a:rPr sz="850" spc="-25">
                <a:solidFill>
                  <a:srgbClr val="A3A3A3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850" spc="5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 spc="-50">
                <a:solidFill>
                  <a:srgbClr val="ACACAC"/>
                </a:solidFill>
                <a:latin typeface="Arial MT"/>
                <a:ea typeface="Arial MT"/>
                <a:cs typeface="Arial MT"/>
              </a:rPr>
              <a:t>L</a:t>
            </a:r>
            <a:endParaRPr sz="850">
              <a:latin typeface="Arial MT"/>
              <a:ea typeface="Arial MT"/>
              <a:cs typeface="Arial MT"/>
            </a:endParaRPr>
          </a:p>
        </p:txBody>
      </p:sp>
      <p:sp>
        <p:nvSpPr>
          <p:cNvPr id="37" name="object 37">
            <a:extLst xmlns:a="http://schemas.openxmlformats.org/drawingml/2006/main">
              <a:ext uri="{FF2B5EF4-FFF2-40B4-BE49-F238E27FC236}">
                <a16:creationId xmlns:a16="http://schemas.microsoft.com/office/drawing/2014/main" id="{14AD9878-5395-48B5-9C23-37C567609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9924" y="10712831"/>
            <a:ext cx="457200" cy="1663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900">
                <a:solidFill>
                  <a:srgbClr val="D3D3D3"/>
                </a:solidFill>
                <a:latin typeface="Arial MT"/>
                <a:ea typeface="Arial MT"/>
                <a:cs typeface="Arial MT"/>
              </a:rPr>
              <a:t>0</a:t>
            </a:r>
            <a:r>
              <a:rPr sz="900" spc="-20">
                <a:solidFill>
                  <a:srgbClr val="D3D3D3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00">
                <a:solidFill>
                  <a:srgbClr val="D6D6D6"/>
                </a:solidFill>
                <a:latin typeface="Arial MT"/>
                <a:ea typeface="Arial MT"/>
                <a:cs typeface="Arial MT"/>
              </a:rPr>
              <a:t>5</a:t>
            </a:r>
            <a:r>
              <a:rPr sz="900" spc="235">
                <a:solidFill>
                  <a:srgbClr val="D6D6D6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00">
                <a:solidFill>
                  <a:srgbClr val="D1D1D1"/>
                </a:solidFill>
                <a:latin typeface="Arial MT"/>
                <a:ea typeface="Arial MT"/>
                <a:cs typeface="Arial MT"/>
              </a:rPr>
              <a:t>/</a:t>
            </a:r>
            <a:r>
              <a:rPr sz="900" spc="180">
                <a:solidFill>
                  <a:srgbClr val="D1D1D1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00" spc="-25">
                <a:solidFill>
                  <a:srgbClr val="D1D1D1"/>
                </a:solidFill>
                <a:latin typeface="Arial MT"/>
                <a:ea typeface="Arial MT"/>
                <a:cs typeface="Arial MT"/>
              </a:rPr>
              <a:t>13</a:t>
            </a:r>
            <a:endParaRPr sz="900">
              <a:latin typeface="Arial MT"/>
              <a:ea typeface="Arial MT"/>
              <a:cs typeface="Arial MT"/>
            </a:endParaRP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ECC086F-FB09-4D89-93D4-8DFC66C4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52425"/>
            <a:ext cx="24765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11"/>
          </a:solidFill>
          <a:ln xmlns:a="http://schemas.openxmlformats.org/drawingml/2006/main" w="0">
            <a:noFill/>
          </a:ln>
        </p:spPr>
      </p:sp>
      <p:pic>
        <p:nvPicPr>
          <p:cNvPr id="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7c4ab890c74d0d"/>
          <a:srcRect xmlns:a="http://schemas.openxmlformats.org/drawingml/2006/main" l="314" t="0" r="31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2925" y="428625"/>
            <a:ext cx="361950" cy="361950"/>
          </a:xfrm>
          <a:prstGeom xmlns:a="http://schemas.openxmlformats.org/drawingml/2006/main" prst="ellipse">
            <a:avLst/>
          </a:prstGeom>
        </p:spPr>
      </p:pic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9C1C68D-0F3F-46E2-AE8B-08188A254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6725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 spc="2">
                <a:solidFill>
                  <a:srgbClr val="C6A448"/>
                </a:solidFill>
                <a:latin typeface="Arial"/>
                <a:ea typeface="Arial"/>
                <a:cs typeface="Arial"/>
              </a:defRPr>
            </a:pPr>
            <a:r>
              <a:rPr sz="900" b="1" spc="2">
                <a:solidFill>
                  <a:srgbClr val="C6A448"/>
                </a:solidFill>
                <a:latin typeface="Arial"/>
                <a:ea typeface="Arial"/>
                <a:cs typeface="Arial"/>
              </a:rPr>
              <a:t>ENVER AI TECH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EBB362F-1BDD-4336-A330-761D9D595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647700"/>
            <a:ext cx="14763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3103"/>
          </a:bodyPr>
          <a:lstStyle xmlns:a="http://schemas.openxmlformats.org/drawingml/2006/main"/>
          <a:p xmlns:a="http://schemas.openxmlformats.org/drawingml/2006/main">
            <a:pPr>
              <a:defRPr sz="638" spc="1">
                <a:solidFill>
                  <a:srgbClr val="A3B2A8"/>
                </a:solidFill>
                <a:latin typeface="Arial"/>
                <a:ea typeface="Arial"/>
                <a:cs typeface="Arial"/>
              </a:defRPr>
            </a:pPr>
            <a:r>
              <a:rPr sz="638" spc="1">
                <a:solidFill>
                  <a:srgbClr val="A3B2A8"/>
                </a:solidFill>
                <a:latin typeface="Arial"/>
                <a:ea typeface="Arial"/>
                <a:cs typeface="Arial"/>
              </a:rPr>
              <a:t>ARTIFICER MVP</a:t>
            </a:r>
          </a:p>
        </p:txBody>
      </p:sp>
    </p:spTree>
    <p:extLst>
      <p:ext uri="{BB962C8B-B14F-4D97-AF65-F5344CB8AC3E}">
        <p14:creationId xmlns:p14="http://schemas.microsoft.com/office/powerpoint/2010/main" val="1141827328"/>
      </p:ext>
    </p:extLst>
  </p:cSld>
</p:sld>
</file>

<file path=ppt/slides/slide6.xml><?xml version="1.0" encoding="utf-8"?>
<p:sld xmlns:p="http://schemas.openxmlformats.org/presentationml/2006/main" showMasterSp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object 3">
            <a:extLst xmlns:a="http://schemas.openxmlformats.org/drawingml/2006/main">
              <a:ext uri="{FF2B5EF4-FFF2-40B4-BE49-F238E27FC236}">
                <a16:creationId xmlns:a16="http://schemas.microsoft.com/office/drawing/2014/main" id="{6572A52A-04DA-4B35-B5D0-B7A4FB86F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075" y="1246035"/>
            <a:ext cx="780415" cy="272415"/>
          </a:xfrm>
          <a:custGeom xmlns:a="http://schemas.openxmlformats.org/drawingml/2006/main">
            <a:rect l="l" t="t" r="r" b="b"/>
            <a:pathLst>
              <a:path w="780415" h="272415">
                <a:moveTo>
                  <a:pt x="780080" y="272242"/>
                </a:moveTo>
                <a:lnTo>
                  <a:pt x="0" y="272242"/>
                </a:lnTo>
                <a:lnTo>
                  <a:pt x="0" y="0"/>
                </a:lnTo>
                <a:lnTo>
                  <a:pt x="780080" y="0"/>
                </a:lnTo>
                <a:lnTo>
                  <a:pt x="780080" y="272242"/>
                </a:lnTo>
                <a:close/>
              </a:path>
            </a:pathLst>
          </a:custGeom>
          <a:solidFill xmlns:a="http://schemas.openxmlformats.org/drawingml/2006/main">
            <a:srgbClr val="0C0C0C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4" name="object 4">
            <a:extLst xmlns:a="http://schemas.openxmlformats.org/drawingml/2006/main">
              <a:ext uri="{FF2B5EF4-FFF2-40B4-BE49-F238E27FC236}">
                <a16:creationId xmlns:a16="http://schemas.microsoft.com/office/drawing/2014/main" id="{667E5BED-8E7A-42C8-ACC3-490B5397D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205" y="1088197"/>
            <a:ext cx="826769" cy="5264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714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5"/>
              </a:spcBef>
              <a:buNone/>
            </a:pPr>
            <a:r>
              <a:rPr sz="3250" spc="-415">
                <a:solidFill>
                  <a:srgbClr val="F0F0F0"/>
                </a:solidFill>
                <a:latin typeface="Courier New"/>
                <a:ea typeface="Courier New"/>
                <a:cs typeface="Courier New"/>
              </a:rPr>
              <a:t>Four</a:t>
            </a:r>
            <a:endParaRPr sz="3250">
              <a:latin typeface="Courier New"/>
              <a:ea typeface="Courier New"/>
              <a:cs typeface="Courier New"/>
            </a:endParaRPr>
          </a:p>
        </p:txBody>
      </p:sp>
      <p:pic>
        <p:nvPicPr>
          <p:cNvPr id="39" name="objec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db4c51efbf4f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65923" y="1293154"/>
            <a:ext cx="1157032" cy="319362"/>
          </a:xfrm>
          <a:prstGeom xmlns:a="http://schemas.openxmlformats.org/drawingml/2006/main" prst="rect">
            <a:avLst/>
          </a:prstGeom>
        </p:spPr>
      </p:pic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BD7CCF97-4298-4D98-ACFD-EEF9C3619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2430" y="1246035"/>
            <a:ext cx="1225550" cy="361315"/>
          </a:xfrm>
          <a:custGeom xmlns:a="http://schemas.openxmlformats.org/drawingml/2006/main">
            <a:rect l="l" t="t" r="r" b="b"/>
            <a:pathLst>
              <a:path w="1225550" h="361315">
                <a:moveTo>
                  <a:pt x="1225093" y="361245"/>
                </a:moveTo>
                <a:lnTo>
                  <a:pt x="0" y="361245"/>
                </a:lnTo>
                <a:lnTo>
                  <a:pt x="0" y="0"/>
                </a:lnTo>
                <a:lnTo>
                  <a:pt x="1225093" y="0"/>
                </a:lnTo>
                <a:lnTo>
                  <a:pt x="1225093" y="36124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A798D468-C76B-44CC-BC1E-1766D8F40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3531" y="1113647"/>
            <a:ext cx="1259840" cy="49593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714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5"/>
              </a:spcBef>
              <a:buNone/>
            </a:pPr>
            <a:r>
              <a:rPr sz="3050" spc="-10">
                <a:solidFill>
                  <a:srgbClr val="F0F0F0"/>
                </a:solidFill>
                <a:latin typeface="Cambria"/>
                <a:ea typeface="Cambria"/>
                <a:cs typeface="Cambria"/>
              </a:rPr>
              <a:t>System</a:t>
            </a:r>
            <a:endParaRPr sz="3050">
              <a:latin typeface="Cambria"/>
              <a:ea typeface="Cambria"/>
              <a:cs typeface="Cambria"/>
            </a:endParaRPr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4F3905E8-8013-45E3-9CD5-4CF6B8519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5943" y="1235564"/>
            <a:ext cx="759460" cy="283210"/>
          </a:xfrm>
          <a:custGeom xmlns:a="http://schemas.openxmlformats.org/drawingml/2006/main">
            <a:rect l="l" t="t" r="r" b="b"/>
            <a:pathLst>
              <a:path w="759460" h="283209">
                <a:moveTo>
                  <a:pt x="759139" y="282713"/>
                </a:moveTo>
                <a:lnTo>
                  <a:pt x="0" y="282713"/>
                </a:lnTo>
                <a:lnTo>
                  <a:pt x="0" y="0"/>
                </a:lnTo>
                <a:lnTo>
                  <a:pt x="759139" y="0"/>
                </a:lnTo>
                <a:lnTo>
                  <a:pt x="759139" y="282713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F4C1BF5B-6173-45C8-859E-46F6E3AAD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8850" y="1246035"/>
            <a:ext cx="1225550" cy="361315"/>
          </a:xfrm>
          <a:custGeom xmlns:a="http://schemas.openxmlformats.org/drawingml/2006/main">
            <a:rect l="l" t="t" r="r" b="b"/>
            <a:pathLst>
              <a:path w="1225550" h="361315">
                <a:moveTo>
                  <a:pt x="1225093" y="361245"/>
                </a:moveTo>
                <a:lnTo>
                  <a:pt x="0" y="361245"/>
                </a:lnTo>
                <a:lnTo>
                  <a:pt x="0" y="0"/>
                </a:lnTo>
                <a:lnTo>
                  <a:pt x="1225093" y="0"/>
                </a:lnTo>
                <a:lnTo>
                  <a:pt x="1225093" y="36124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52E17A49-14FE-4BBC-9A16-EC0F1F0EE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7711" y="1246035"/>
            <a:ext cx="277495" cy="277495"/>
          </a:xfrm>
          <a:custGeom xmlns:a="http://schemas.openxmlformats.org/drawingml/2006/main">
            <a:rect l="l" t="t" r="r" b="b"/>
            <a:pathLst>
              <a:path w="277495" h="277494">
                <a:moveTo>
                  <a:pt x="277478" y="277478"/>
                </a:moveTo>
                <a:lnTo>
                  <a:pt x="0" y="277478"/>
                </a:lnTo>
                <a:lnTo>
                  <a:pt x="0" y="0"/>
                </a:lnTo>
                <a:lnTo>
                  <a:pt x="277478" y="0"/>
                </a:lnTo>
                <a:lnTo>
                  <a:pt x="277478" y="277478"/>
                </a:lnTo>
                <a:close/>
              </a:path>
            </a:pathLst>
          </a:custGeom>
          <a:solidFill xmlns:a="http://schemas.openxmlformats.org/drawingml/2006/main">
            <a:srgbClr val="0F0F0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0A7B0B1D-5D9C-43D4-907F-A9845D99D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191" y="1235564"/>
            <a:ext cx="864235" cy="283210"/>
          </a:xfrm>
          <a:custGeom xmlns:a="http://schemas.openxmlformats.org/drawingml/2006/main">
            <a:rect l="l" t="t" r="r" b="b"/>
            <a:pathLst>
              <a:path w="864234" h="283209">
                <a:moveTo>
                  <a:pt x="863847" y="282713"/>
                </a:moveTo>
                <a:lnTo>
                  <a:pt x="0" y="282713"/>
                </a:lnTo>
                <a:lnTo>
                  <a:pt x="0" y="0"/>
                </a:lnTo>
                <a:lnTo>
                  <a:pt x="863847" y="0"/>
                </a:lnTo>
                <a:lnTo>
                  <a:pt x="863847" y="282713"/>
                </a:lnTo>
                <a:close/>
              </a:path>
            </a:pathLst>
          </a:custGeom>
          <a:solidFill xmlns:a="http://schemas.openxmlformats.org/drawingml/2006/main">
            <a:srgbClr val="0F0F0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1" name="object 11">
            <a:extLst xmlns:a="http://schemas.openxmlformats.org/drawingml/2006/main">
              <a:ext uri="{FF2B5EF4-FFF2-40B4-BE49-F238E27FC236}">
                <a16:creationId xmlns:a16="http://schemas.microsoft.com/office/drawing/2014/main" id="{1B27579C-6B8C-419D-8D96-70BE437F5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6571" y="1256506"/>
            <a:ext cx="256540" cy="262255"/>
          </a:xfrm>
          <a:custGeom xmlns:a="http://schemas.openxmlformats.org/drawingml/2006/main">
            <a:rect l="l" t="t" r="r" b="b"/>
            <a:pathLst>
              <a:path w="256540" h="262255">
                <a:moveTo>
                  <a:pt x="256536" y="261772"/>
                </a:moveTo>
                <a:lnTo>
                  <a:pt x="0" y="261772"/>
                </a:lnTo>
                <a:lnTo>
                  <a:pt x="0" y="0"/>
                </a:lnTo>
                <a:lnTo>
                  <a:pt x="256536" y="0"/>
                </a:lnTo>
                <a:lnTo>
                  <a:pt x="256536" y="261772"/>
                </a:lnTo>
                <a:close/>
              </a:path>
            </a:pathLst>
          </a:custGeom>
          <a:solidFill xmlns:a="http://schemas.openxmlformats.org/drawingml/2006/main">
            <a:srgbClr val="161616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82FDC6FF-B42B-48AC-9886-3D1B04D51C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226349" y="1072927"/>
            <a:ext cx="3683635" cy="5448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33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5"/>
              </a:spcBef>
              <a:buNone/>
            </a:pPr>
            <a:r>
              <a:rPr sz="3000" spc="50">
                <a:solidFill>
                  <a:srgbClr val="EFEFEF"/>
                </a:solidFill>
                <a:latin typeface="Cambria"/>
                <a:ea typeface="Cambria"/>
                <a:cs typeface="Cambria"/>
              </a:rPr>
              <a:t>then</a:t>
            </a:r>
            <a:r>
              <a:rPr sz="3000" spc="-25">
                <a:solidFill>
                  <a:srgbClr val="EFEFEF"/>
                </a:solidFill>
                <a:latin typeface="Cambria"/>
                <a:ea typeface="Cambria"/>
                <a:cs typeface="Cambria"/>
              </a:rPr>
              <a:t> </a:t>
            </a:r>
            <a:r>
              <a:rPr sz="3050">
                <a:solidFill>
                  <a:srgbClr val="F4F4F4"/>
                </a:solidFill>
                <a:latin typeface="Cambria"/>
                <a:ea typeface="Cambria"/>
                <a:cs typeface="Cambria"/>
              </a:rPr>
              <a:t>System</a:t>
            </a:r>
            <a:r>
              <a:rPr sz="3050" spc="-85">
                <a:solidFill>
                  <a:srgbClr val="F4F4F4"/>
                </a:solidFill>
                <a:latin typeface="Cambria"/>
                <a:ea typeface="Cambria"/>
                <a:cs typeface="Cambria"/>
              </a:rPr>
              <a:t> </a:t>
            </a:r>
            <a:r>
              <a:rPr sz="3400" spc="-120">
                <a:solidFill>
                  <a:srgbClr val="EDEDED"/>
                </a:solidFill>
                <a:latin typeface="Consolas"/>
                <a:ea typeface="Consolas"/>
                <a:cs typeface="Consolas"/>
              </a:rPr>
              <a:t>2.</a:t>
            </a:r>
            <a:r>
              <a:rPr sz="3100" spc="-120">
                <a:solidFill>
                  <a:srgbClr val="F2F2F2"/>
                </a:solidFill>
                <a:latin typeface="Cambria"/>
                <a:ea typeface="Cambria"/>
                <a:cs typeface="Cambria"/>
              </a:rPr>
              <a:t>Math</a:t>
            </a:r>
            <a:r>
              <a:rPr sz="3100" spc="-310">
                <a:solidFill>
                  <a:srgbClr val="F2F2F2"/>
                </a:solidFill>
                <a:latin typeface="Cambria"/>
                <a:ea typeface="Cambria"/>
                <a:cs typeface="Cambria"/>
              </a:rPr>
              <a:t> </a:t>
            </a:r>
            <a:r>
              <a:rPr sz="2000" spc="-695">
                <a:solidFill>
                  <a:srgbClr val="EFEFEF"/>
                </a:solidFill>
                <a:latin typeface="Arial MT"/>
                <a:ea typeface="Arial MT"/>
                <a:cs typeface="Arial MT"/>
              </a:rPr>
              <a:t>"</a:t>
            </a:r>
            <a:r>
              <a:rPr sz="2000" spc="-125">
                <a:latin typeface="Arial MT"/>
                <a:ea typeface="Arial MT"/>
                <a:cs typeface="Arial MT"/>
              </a:rPr>
              <a:t>IS</a:t>
            </a:r>
            <a:endParaRPr sz="2000">
              <a:latin typeface="Arial MT"/>
              <a:ea typeface="Arial MT"/>
              <a:cs typeface="Arial MT"/>
            </a:endParaRPr>
          </a:p>
        </p:txBody>
      </p:sp>
      <p:pic>
        <p:nvPicPr>
          <p:cNvPr id="48" name="object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b526c968b740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57346" y="1293154"/>
            <a:ext cx="549721" cy="230359"/>
          </a:xfrm>
          <a:prstGeom xmlns:a="http://schemas.openxmlformats.org/drawingml/2006/main" prst="rect">
            <a:avLst/>
          </a:prstGeom>
        </p:spPr>
      </p:pic>
      <p:pic>
        <p:nvPicPr>
          <p:cNvPr id="49" name="object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1f9ba0a5f840e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696070" y="1235564"/>
            <a:ext cx="534015" cy="314126"/>
          </a:xfrm>
          <a:prstGeom xmlns:a="http://schemas.openxmlformats.org/drawingml/2006/main" prst="rect">
            <a:avLst/>
          </a:prstGeom>
        </p:spPr>
      </p:pic>
      <p:pic>
        <p:nvPicPr>
          <p:cNvPr id="50" name="object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004cbcab8a4e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690834" y="1235564"/>
            <a:ext cx="539250" cy="287949"/>
          </a:xfrm>
          <a:prstGeom xmlns:a="http://schemas.openxmlformats.org/drawingml/2006/main" prst="rect">
            <a:avLst/>
          </a:prstGeom>
        </p:spPr>
      </p:pic>
      <p:pic>
        <p:nvPicPr>
          <p:cNvPr id="51" name="object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73589b2a8940f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9308617" y="1298389"/>
            <a:ext cx="324597" cy="225124"/>
          </a:xfrm>
          <a:prstGeom xmlns:a="http://schemas.openxmlformats.org/drawingml/2006/main" prst="rect">
            <a:avLst/>
          </a:prstGeom>
        </p:spPr>
      </p:pic>
      <p:pic>
        <p:nvPicPr>
          <p:cNvPr id="52" name="object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ebd4127a6c4be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9308617" y="1293154"/>
            <a:ext cx="324597" cy="230359"/>
          </a:xfrm>
          <a:prstGeom xmlns:a="http://schemas.openxmlformats.org/drawingml/2006/main" prst="rect">
            <a:avLst/>
          </a:prstGeom>
        </p:spPr>
      </p:pic>
      <p:pic>
        <p:nvPicPr>
          <p:cNvPr id="53" name="object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5f8ebe3ee344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9716981" y="1235564"/>
            <a:ext cx="523544" cy="314126"/>
          </a:xfrm>
          <a:prstGeom xmlns:a="http://schemas.openxmlformats.org/drawingml/2006/main" prst="rect">
            <a:avLst/>
          </a:prstGeom>
        </p:spPr>
      </p:pic>
      <p:pic>
        <p:nvPicPr>
          <p:cNvPr id="54" name="object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f35477cf6140f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9716981" y="1235564"/>
            <a:ext cx="528779" cy="287949"/>
          </a:xfrm>
          <a:prstGeom xmlns:a="http://schemas.openxmlformats.org/drawingml/2006/main" prst="rect">
            <a:avLst/>
          </a:prstGeom>
        </p:spPr>
      </p:pic>
      <p:sp>
        <p:nvSpPr>
          <p:cNvPr id="23" name="object 23">
            <a:extLst xmlns:a="http://schemas.openxmlformats.org/drawingml/2006/main">
              <a:ext uri="{FF2B5EF4-FFF2-40B4-BE49-F238E27FC236}">
                <a16:creationId xmlns:a16="http://schemas.microsoft.com/office/drawing/2014/main" id="{6C41303D-1BBC-44E4-B42F-8869F8FF6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763" y="1235564"/>
            <a:ext cx="1125855" cy="283210"/>
          </a:xfrm>
          <a:custGeom xmlns:a="http://schemas.openxmlformats.org/drawingml/2006/main">
            <a:rect l="l" t="t" r="r" b="b"/>
            <a:pathLst>
              <a:path w="1125854" h="283209">
                <a:moveTo>
                  <a:pt x="1125619" y="282713"/>
                </a:moveTo>
                <a:lnTo>
                  <a:pt x="0" y="282713"/>
                </a:lnTo>
                <a:lnTo>
                  <a:pt x="0" y="0"/>
                </a:lnTo>
                <a:lnTo>
                  <a:pt x="1125619" y="0"/>
                </a:lnTo>
                <a:lnTo>
                  <a:pt x="1125619" y="282713"/>
                </a:lnTo>
                <a:close/>
              </a:path>
            </a:pathLst>
          </a:custGeom>
          <a:solidFill xmlns:a="http://schemas.openxmlformats.org/drawingml/2006/main">
            <a:srgbClr val="0F0F0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AD3628C2-8245-4C31-86A1-8352DC534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1207" y="1108557"/>
            <a:ext cx="1169670" cy="5022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87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5"/>
              </a:spcBef>
              <a:buNone/>
            </a:pPr>
            <a:r>
              <a:rPr sz="3100" spc="-10">
                <a:solidFill>
                  <a:srgbClr val="EFEFEF"/>
                </a:solidFill>
                <a:latin typeface="Cambria"/>
                <a:ea typeface="Cambria"/>
                <a:cs typeface="Cambria"/>
              </a:rPr>
              <a:t>model.</a:t>
            </a:r>
            <a:endParaRPr sz="3100">
              <a:latin typeface="Cambria"/>
              <a:ea typeface="Cambria"/>
              <a:cs typeface="Cambria"/>
            </a:endParaRP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6C21F5-1E6E-49C0-A505-B14E4CA6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52425"/>
            <a:ext cx="24765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11"/>
          </a:solidFill>
          <a:ln xmlns:a="http://schemas.openxmlformats.org/drawingml/2006/main" w="0">
            <a:noFill/>
          </a:ln>
        </p:spPr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78f15dcb784f1c"/>
          <a:srcRect xmlns:a="http://schemas.openxmlformats.org/drawingml/2006/main" l="314" t="0" r="31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2925" y="428625"/>
            <a:ext cx="361950" cy="361950"/>
          </a:xfrm>
          <a:prstGeom xmlns:a="http://schemas.openxmlformats.org/drawingml/2006/main" prst="ellipse">
            <a:avLst/>
          </a:prstGeom>
        </p:spPr>
      </p:pic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D1FC1D9-6D62-48AA-B0F9-5218F2B15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6725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 spc="2">
                <a:solidFill>
                  <a:srgbClr val="C6A448"/>
                </a:solidFill>
                <a:latin typeface="Arial"/>
                <a:ea typeface="Arial"/>
                <a:cs typeface="Arial"/>
              </a:defRPr>
            </a:pPr>
            <a:r>
              <a:rPr sz="900" b="1" spc="2">
                <a:solidFill>
                  <a:srgbClr val="C6A448"/>
                </a:solidFill>
                <a:latin typeface="Arial"/>
                <a:ea typeface="Arial"/>
                <a:cs typeface="Arial"/>
              </a:rPr>
              <a:t>ENVER AI TECH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0050DD1-FFAB-4902-96F5-F8E88791D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647700"/>
            <a:ext cx="14763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3103"/>
          </a:bodyPr>
          <a:lstStyle xmlns:a="http://schemas.openxmlformats.org/drawingml/2006/main"/>
          <a:p xmlns:a="http://schemas.openxmlformats.org/drawingml/2006/main">
            <a:pPr>
              <a:defRPr sz="638" spc="1">
                <a:solidFill>
                  <a:srgbClr val="A3B2A8"/>
                </a:solidFill>
                <a:latin typeface="Arial"/>
                <a:ea typeface="Arial"/>
                <a:cs typeface="Arial"/>
              </a:defRPr>
            </a:pPr>
            <a:r>
              <a:rPr sz="638" spc="1">
                <a:solidFill>
                  <a:srgbClr val="A3B2A8"/>
                </a:solidFill>
                <a:latin typeface="Arial"/>
                <a:ea typeface="Arial"/>
                <a:cs typeface="Arial"/>
              </a:rPr>
              <a:t>ARTIFICER MVP</a:t>
            </a:r>
          </a:p>
        </p:txBody>
      </p:sp>
    </p:spTree>
    <p:extLst>
      <p:ext uri="{BB962C8B-B14F-4D97-AF65-F5344CB8AC3E}">
        <p14:creationId xmlns:p14="http://schemas.microsoft.com/office/powerpoint/2010/main" val="915471108"/>
      </p:ext>
    </p:extLst>
  </p:cSld>
</p:sld>
</file>

<file path=ppt/slides/slide7.xml><?xml version="1.0" encoding="utf-8"?>
<p:sld xmlns:p="http://schemas.openxmlformats.org/presentationml/2006/main" showMasterSp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E5B8BD65-1789-40AE-B85A-822D5893E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369" y="1235564"/>
            <a:ext cx="1560195" cy="283210"/>
          </a:xfrm>
          <a:custGeom xmlns:a="http://schemas.openxmlformats.org/drawingml/2006/main">
            <a:rect l="l" t="t" r="r" b="b"/>
            <a:pathLst>
              <a:path w="1560195" h="283209">
                <a:moveTo>
                  <a:pt x="1560161" y="282713"/>
                </a:moveTo>
                <a:lnTo>
                  <a:pt x="0" y="282713"/>
                </a:lnTo>
                <a:lnTo>
                  <a:pt x="0" y="0"/>
                </a:lnTo>
                <a:lnTo>
                  <a:pt x="1560161" y="0"/>
                </a:lnTo>
                <a:lnTo>
                  <a:pt x="1560161" y="282713"/>
                </a:lnTo>
                <a:close/>
              </a:path>
            </a:pathLst>
          </a:custGeom>
          <a:solidFill xmlns:a="http://schemas.openxmlformats.org/drawingml/2006/main">
            <a:srgbClr val="0F0F0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3" name="object 3">
            <a:extLst xmlns:a="http://schemas.openxmlformats.org/drawingml/2006/main">
              <a:ext uri="{FF2B5EF4-FFF2-40B4-BE49-F238E27FC236}">
                <a16:creationId xmlns:a16="http://schemas.microsoft.com/office/drawing/2014/main" id="{FF646D31-849E-4BFB-A388-AF497749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769" y="1235564"/>
            <a:ext cx="796290" cy="346075"/>
          </a:xfrm>
          <a:custGeom xmlns:a="http://schemas.openxmlformats.org/drawingml/2006/main">
            <a:rect l="l" t="t" r="r" b="b"/>
            <a:pathLst>
              <a:path w="796289" h="346075">
                <a:moveTo>
                  <a:pt x="795787" y="345539"/>
                </a:moveTo>
                <a:lnTo>
                  <a:pt x="0" y="345539"/>
                </a:lnTo>
                <a:lnTo>
                  <a:pt x="0" y="0"/>
                </a:lnTo>
                <a:lnTo>
                  <a:pt x="795787" y="0"/>
                </a:lnTo>
                <a:lnTo>
                  <a:pt x="795787" y="345539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4" name="object 4">
            <a:extLst xmlns:a="http://schemas.openxmlformats.org/drawingml/2006/main">
              <a:ext uri="{FF2B5EF4-FFF2-40B4-BE49-F238E27FC236}">
                <a16:creationId xmlns:a16="http://schemas.microsoft.com/office/drawing/2014/main" id="{F42351FB-E225-4C8F-BF7D-EFFCA8B99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753" y="1113647"/>
            <a:ext cx="2482215" cy="49593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714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5"/>
              </a:spcBef>
              <a:buNone/>
            </a:pPr>
            <a:r>
              <a:rPr sz="3050">
                <a:solidFill>
                  <a:srgbClr val="F4F4F4"/>
                </a:solidFill>
                <a:latin typeface="Cambria"/>
                <a:ea typeface="Cambria"/>
                <a:cs typeface="Cambria"/>
              </a:rPr>
              <a:t>Alternate</a:t>
            </a:r>
            <a:r>
              <a:rPr sz="3050" spc="-60">
                <a:solidFill>
                  <a:srgbClr val="F4F4F4"/>
                </a:solidFill>
                <a:latin typeface="Cambria"/>
                <a:ea typeface="Cambria"/>
                <a:cs typeface="Cambria"/>
              </a:rPr>
              <a:t> </a:t>
            </a:r>
            <a:r>
              <a:rPr sz="3050" spc="-10">
                <a:solidFill>
                  <a:srgbClr val="F0F0F0"/>
                </a:solidFill>
                <a:latin typeface="Cambria"/>
                <a:ea typeface="Cambria"/>
                <a:cs typeface="Cambria"/>
              </a:rPr>
              <a:t>data,</a:t>
            </a:r>
            <a:endParaRPr sz="3050">
              <a:latin typeface="Cambria"/>
              <a:ea typeface="Cambria"/>
              <a:cs typeface="Cambria"/>
            </a:endParaRPr>
          </a:p>
        </p:txBody>
      </p:sp>
      <p:pic>
        <p:nvPicPr>
          <p:cNvPr id="27" name="object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45ce299da545e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3130794" y="1240799"/>
            <a:ext cx="1104678" cy="282713"/>
          </a:xfrm>
          <a:prstGeom xmlns:a="http://schemas.openxmlformats.org/drawingml/2006/main" prst="rect">
            <a:avLst/>
          </a:prstGeom>
        </p:spPr>
      </p:pic>
      <p:pic>
        <p:nvPicPr>
          <p:cNvPr id="28" name="object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d34aece3a845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3125559" y="1235564"/>
            <a:ext cx="1115149" cy="287949"/>
          </a:xfrm>
          <a:prstGeom xmlns:a="http://schemas.openxmlformats.org/drawingml/2006/main" prst="rect">
            <a:avLst/>
          </a:prstGeom>
        </p:spPr>
      </p:pic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E7CAEE85-5954-452B-9415-2DE2E4D2B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9711" y="1235564"/>
            <a:ext cx="586740" cy="283210"/>
          </a:xfrm>
          <a:custGeom xmlns:a="http://schemas.openxmlformats.org/drawingml/2006/main">
            <a:rect l="l" t="t" r="r" b="b"/>
            <a:pathLst>
              <a:path w="586739" h="283209">
                <a:moveTo>
                  <a:pt x="586369" y="282713"/>
                </a:moveTo>
                <a:lnTo>
                  <a:pt x="0" y="282713"/>
                </a:lnTo>
                <a:lnTo>
                  <a:pt x="0" y="0"/>
                </a:lnTo>
                <a:lnTo>
                  <a:pt x="586369" y="0"/>
                </a:lnTo>
                <a:lnTo>
                  <a:pt x="586369" y="282713"/>
                </a:lnTo>
                <a:close/>
              </a:path>
            </a:pathLst>
          </a:custGeom>
          <a:solidFill xmlns:a="http://schemas.openxmlformats.org/drawingml/2006/main">
            <a:srgbClr val="0E0E0E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9E9F68D1-35C5-4B2C-B154-ACFE65E61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0789" y="1335037"/>
            <a:ext cx="178435" cy="183515"/>
          </a:xfrm>
          <a:custGeom xmlns:a="http://schemas.openxmlformats.org/drawingml/2006/main">
            <a:rect l="l" t="t" r="r" b="b"/>
            <a:pathLst>
              <a:path w="178435" h="183515">
                <a:moveTo>
                  <a:pt x="178004" y="183240"/>
                </a:moveTo>
                <a:lnTo>
                  <a:pt x="0" y="183240"/>
                </a:lnTo>
                <a:lnTo>
                  <a:pt x="0" y="0"/>
                </a:lnTo>
                <a:lnTo>
                  <a:pt x="178004" y="0"/>
                </a:lnTo>
                <a:lnTo>
                  <a:pt x="178004" y="183240"/>
                </a:lnTo>
                <a:close/>
              </a:path>
            </a:pathLst>
          </a:custGeom>
          <a:solidFill xmlns:a="http://schemas.openxmlformats.org/drawingml/2006/main">
            <a:srgbClr val="08130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B024C4BD-DF66-4989-8531-EB389744C3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335" rIns="0" bIns="0">
            <a:spAutoFit/>
          </a:bodyPr>
          <a:lstStyle xmlns:a="http://schemas.openxmlformats.org/drawingml/2006/main"/>
          <a:p xmlns:a="http://schemas.openxmlformats.org/drawingml/2006/main">
            <a:pPr marL="457200">
              <a:lnSpc>
                <a:spcPct val="100000"/>
              </a:lnSpc>
              <a:spcBef>
                <a:spcPts val="105"/>
              </a:spcBef>
              <a:buNone/>
            </a:pPr>
            <a:r>
              <a:rPr sz="3200" spc="-30">
                <a:solidFill>
                  <a:srgbClr val="F4F4F4"/>
                </a:solidFill>
              </a:rPr>
              <a:t>like</a:t>
            </a:r>
            <a:r>
              <a:rPr sz="3200" spc="-180">
                <a:solidFill>
                  <a:srgbClr val="F4F4F4"/>
                </a:solidFill>
              </a:rPr>
              <a:t> </a:t>
            </a:r>
            <a:r>
              <a:rPr sz="2700" spc="-50">
                <a:solidFill>
                  <a:srgbClr val="EDEDED"/>
                </a:solidFill>
                <a:latin typeface="Consolas"/>
                <a:ea typeface="Consolas"/>
                <a:cs typeface="Consolas"/>
              </a:rPr>
              <a:t>a</a:t>
            </a:r>
            <a:endParaRPr sz="2700">
              <a:latin typeface="Consolas"/>
              <a:ea typeface="Consolas"/>
              <a:cs typeface="Consolas"/>
            </a:endParaRPr>
          </a:p>
        </p:txBody>
      </p:sp>
      <p:pic>
        <p:nvPicPr>
          <p:cNvPr id="32" name="object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3779f44b2642e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282561" y="1240799"/>
            <a:ext cx="968556" cy="282713"/>
          </a:xfrm>
          <a:prstGeom xmlns:a="http://schemas.openxmlformats.org/drawingml/2006/main" prst="rect">
            <a:avLst/>
          </a:prstGeom>
        </p:spPr>
      </p:pic>
      <p:pic>
        <p:nvPicPr>
          <p:cNvPr id="33" name="object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4723342fee45d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277326" y="1235564"/>
            <a:ext cx="973792" cy="287949"/>
          </a:xfrm>
          <a:prstGeom xmlns:a="http://schemas.openxmlformats.org/drawingml/2006/main" prst="rect">
            <a:avLst/>
          </a:prstGeom>
        </p:spPr>
      </p:pic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B0FDBCCB-7C49-403A-B4A9-ABB5286E4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9650" y="1256506"/>
            <a:ext cx="1864360" cy="262255"/>
          </a:xfrm>
          <a:custGeom xmlns:a="http://schemas.openxmlformats.org/drawingml/2006/main">
            <a:rect l="l" t="t" r="r" b="b"/>
            <a:pathLst>
              <a:path w="1864359" h="262255">
                <a:moveTo>
                  <a:pt x="1863817" y="261772"/>
                </a:moveTo>
                <a:lnTo>
                  <a:pt x="0" y="261772"/>
                </a:lnTo>
                <a:lnTo>
                  <a:pt x="0" y="0"/>
                </a:lnTo>
                <a:lnTo>
                  <a:pt x="1863817" y="0"/>
                </a:lnTo>
                <a:lnTo>
                  <a:pt x="1863817" y="261772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5" name="object 15">
            <a:extLst xmlns:a="http://schemas.openxmlformats.org/drawingml/2006/main">
              <a:ext uri="{FF2B5EF4-FFF2-40B4-BE49-F238E27FC236}">
                <a16:creationId xmlns:a16="http://schemas.microsoft.com/office/drawing/2014/main" id="{EF6EECD9-74E3-49F5-8412-6D3EA4F9C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1832" y="1108557"/>
            <a:ext cx="1900555" cy="5022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87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5"/>
              </a:spcBef>
              <a:buNone/>
            </a:pPr>
            <a:r>
              <a:rPr sz="3100" spc="-10">
                <a:solidFill>
                  <a:srgbClr val="F0F0F0"/>
                </a:solidFill>
                <a:latin typeface="Cambria"/>
                <a:ea typeface="Cambria"/>
                <a:cs typeface="Cambria"/>
              </a:rPr>
              <a:t>committee.</a:t>
            </a:r>
            <a:endParaRPr sz="3100">
              <a:latin typeface="Cambria"/>
              <a:ea typeface="Cambria"/>
              <a:cs typeface="Cambria"/>
            </a:endParaRP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52408B-0594-49B0-ADAD-B4D4A8EEF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52425"/>
            <a:ext cx="24765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11"/>
          </a:solidFill>
          <a:ln xmlns:a="http://schemas.openxmlformats.org/drawingml/2006/main" w="0">
            <a:noFill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ae1563de8b400a"/>
          <a:srcRect xmlns:a="http://schemas.openxmlformats.org/drawingml/2006/main" l="314" t="0" r="31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2925" y="428625"/>
            <a:ext cx="361950" cy="361950"/>
          </a:xfrm>
          <a:prstGeom xmlns:a="http://schemas.openxmlformats.org/drawingml/2006/main" prst="ellipse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C6846B-99D4-49CC-9D9B-459A24CA4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6725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 spc="2">
                <a:solidFill>
                  <a:srgbClr val="C6A448"/>
                </a:solidFill>
                <a:latin typeface="Arial"/>
                <a:ea typeface="Arial"/>
                <a:cs typeface="Arial"/>
              </a:defRPr>
            </a:pPr>
            <a:r>
              <a:rPr sz="900" b="1" spc="2">
                <a:solidFill>
                  <a:srgbClr val="C6A448"/>
                </a:solidFill>
                <a:latin typeface="Arial"/>
                <a:ea typeface="Arial"/>
                <a:cs typeface="Arial"/>
              </a:rPr>
              <a:t>ENVER AI TECH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2DF37B-4AED-4C7E-A443-2A56DBF62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647700"/>
            <a:ext cx="14763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3103"/>
          </a:bodyPr>
          <a:lstStyle xmlns:a="http://schemas.openxmlformats.org/drawingml/2006/main"/>
          <a:p xmlns:a="http://schemas.openxmlformats.org/drawingml/2006/main">
            <a:pPr>
              <a:defRPr sz="638" spc="1">
                <a:solidFill>
                  <a:srgbClr val="A3B2A8"/>
                </a:solidFill>
                <a:latin typeface="Arial"/>
                <a:ea typeface="Arial"/>
                <a:cs typeface="Arial"/>
              </a:defRPr>
            </a:pPr>
            <a:r>
              <a:rPr sz="638" spc="1">
                <a:solidFill>
                  <a:srgbClr val="A3B2A8"/>
                </a:solidFill>
                <a:latin typeface="Arial"/>
                <a:ea typeface="Arial"/>
                <a:cs typeface="Arial"/>
              </a:rPr>
              <a:t>ARTIFICER MVP</a:t>
            </a:r>
          </a:p>
        </p:txBody>
      </p:sp>
    </p:spTree>
    <p:extLst>
      <p:ext uri="{BB962C8B-B14F-4D97-AF65-F5344CB8AC3E}">
        <p14:creationId xmlns:p14="http://schemas.microsoft.com/office/powerpoint/2010/main" val="1324322680"/>
      </p:ext>
    </p:extLst>
  </p:cSld>
</p:sld>
</file>

<file path=ppt/slides/slide8.xml><?xml version="1.0" encoding="utf-8"?>
<p:sld xmlns:p="http://schemas.openxmlformats.org/presentationml/2006/main" showMasterSp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CB8F1B21-8B63-4A4E-B64F-8F87BEF15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075" y="1246035"/>
            <a:ext cx="958215" cy="361315"/>
          </a:xfrm>
          <a:custGeom xmlns:a="http://schemas.openxmlformats.org/drawingml/2006/main">
            <a:rect l="l" t="t" r="r" b="b"/>
            <a:pathLst>
              <a:path w="958215" h="361315">
                <a:moveTo>
                  <a:pt x="958085" y="361245"/>
                </a:moveTo>
                <a:lnTo>
                  <a:pt x="0" y="361245"/>
                </a:lnTo>
                <a:lnTo>
                  <a:pt x="0" y="0"/>
                </a:lnTo>
                <a:lnTo>
                  <a:pt x="958085" y="0"/>
                </a:lnTo>
                <a:lnTo>
                  <a:pt x="958085" y="36124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3" name="object 3">
            <a:extLst xmlns:a="http://schemas.openxmlformats.org/drawingml/2006/main">
              <a:ext uri="{FF2B5EF4-FFF2-40B4-BE49-F238E27FC236}">
                <a16:creationId xmlns:a16="http://schemas.microsoft.com/office/drawing/2014/main" id="{E009D538-CDF6-4733-B794-E2B5F1A13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693" y="1235564"/>
            <a:ext cx="1330325" cy="283210"/>
          </a:xfrm>
          <a:custGeom xmlns:a="http://schemas.openxmlformats.org/drawingml/2006/main">
            <a:rect l="l" t="t" r="r" b="b"/>
            <a:pathLst>
              <a:path w="1330325" h="283209">
                <a:moveTo>
                  <a:pt x="1329802" y="282713"/>
                </a:moveTo>
                <a:lnTo>
                  <a:pt x="0" y="282713"/>
                </a:lnTo>
                <a:lnTo>
                  <a:pt x="0" y="0"/>
                </a:lnTo>
                <a:lnTo>
                  <a:pt x="1329802" y="0"/>
                </a:lnTo>
                <a:lnTo>
                  <a:pt x="1329802" y="282713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4" name="object 4">
            <a:extLst xmlns:a="http://schemas.openxmlformats.org/drawingml/2006/main">
              <a:ext uri="{FF2B5EF4-FFF2-40B4-BE49-F238E27FC236}">
                <a16:creationId xmlns:a16="http://schemas.microsoft.com/office/drawing/2014/main" id="{4A075071-2CF7-4F3A-BC70-27BF4BCC8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757" y="1118737"/>
            <a:ext cx="2393315" cy="4902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95"/>
              </a:spcBef>
              <a:buNone/>
            </a:pPr>
            <a:r>
              <a:rPr sz="3050">
                <a:solidFill>
                  <a:srgbClr val="F4F4F4"/>
                </a:solidFill>
                <a:latin typeface="Cambria"/>
                <a:ea typeface="Cambria"/>
                <a:cs typeface="Cambria"/>
              </a:rPr>
              <a:t>Every</a:t>
            </a:r>
            <a:r>
              <a:rPr sz="3050" spc="-110">
                <a:solidFill>
                  <a:srgbClr val="F4F4F4"/>
                </a:solidFill>
                <a:latin typeface="Cambria"/>
                <a:ea typeface="Cambria"/>
                <a:cs typeface="Cambria"/>
              </a:rPr>
              <a:t> </a:t>
            </a:r>
            <a:r>
              <a:rPr sz="3050" spc="-10">
                <a:solidFill>
                  <a:srgbClr val="F0F0F0"/>
                </a:solidFill>
                <a:latin typeface="Cambria"/>
                <a:ea typeface="Cambria"/>
                <a:cs typeface="Cambria"/>
              </a:rPr>
              <a:t>number</a:t>
            </a:r>
            <a:endParaRPr sz="3050">
              <a:latin typeface="Cambria"/>
              <a:ea typeface="Cambria"/>
              <a:cs typeface="Cambria"/>
            </a:endParaRPr>
          </a:p>
        </p:txBody>
      </p:sp>
      <p:pic>
        <p:nvPicPr>
          <p:cNvPr id="29" name="object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05d3e1a1eb4ef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3057498" y="1256506"/>
            <a:ext cx="743432" cy="267007"/>
          </a:xfrm>
          <a:prstGeom xmlns:a="http://schemas.openxmlformats.org/drawingml/2006/main" prst="rect">
            <a:avLst/>
          </a:prstGeom>
        </p:spPr>
      </p:pic>
      <p:pic>
        <p:nvPicPr>
          <p:cNvPr id="30" name="object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605443d6d3476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3052263" y="1256506"/>
            <a:ext cx="748668" cy="267007"/>
          </a:xfrm>
          <a:prstGeom xmlns:a="http://schemas.openxmlformats.org/drawingml/2006/main" prst="rect">
            <a:avLst/>
          </a:prstGeom>
        </p:spPr>
      </p:pic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073BC1CC-4E82-4368-906B-CBD9A98A7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0404" y="1335037"/>
            <a:ext cx="178435" cy="183515"/>
          </a:xfrm>
          <a:custGeom xmlns:a="http://schemas.openxmlformats.org/drawingml/2006/main">
            <a:rect l="l" t="t" r="r" b="b"/>
            <a:pathLst>
              <a:path w="178435" h="183515">
                <a:moveTo>
                  <a:pt x="178004" y="183240"/>
                </a:moveTo>
                <a:lnTo>
                  <a:pt x="0" y="183240"/>
                </a:lnTo>
                <a:lnTo>
                  <a:pt x="0" y="0"/>
                </a:lnTo>
                <a:lnTo>
                  <a:pt x="178004" y="0"/>
                </a:lnTo>
                <a:lnTo>
                  <a:pt x="178004" y="183240"/>
                </a:lnTo>
                <a:close/>
              </a:path>
            </a:pathLst>
          </a:custGeom>
          <a:solidFill xmlns:a="http://schemas.openxmlformats.org/drawingml/2006/main">
            <a:srgbClr val="0C0C0C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CC277173-64F1-4403-97A1-54491C6CD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6941" y="1235564"/>
            <a:ext cx="686435" cy="283210"/>
          </a:xfrm>
          <a:custGeom xmlns:a="http://schemas.openxmlformats.org/drawingml/2006/main">
            <a:rect l="l" t="t" r="r" b="b"/>
            <a:pathLst>
              <a:path w="686435" h="283209">
                <a:moveTo>
                  <a:pt x="685842" y="282713"/>
                </a:moveTo>
                <a:lnTo>
                  <a:pt x="0" y="282713"/>
                </a:lnTo>
                <a:lnTo>
                  <a:pt x="0" y="0"/>
                </a:lnTo>
                <a:lnTo>
                  <a:pt x="685842" y="0"/>
                </a:lnTo>
                <a:lnTo>
                  <a:pt x="685842" y="282713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FA8D86AB-CAA2-4F2C-85DB-BCA94660A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022" y="1235564"/>
            <a:ext cx="869315" cy="283210"/>
          </a:xfrm>
          <a:custGeom xmlns:a="http://schemas.openxmlformats.org/drawingml/2006/main">
            <a:rect l="l" t="t" r="r" b="b"/>
            <a:pathLst>
              <a:path w="869314" h="283209">
                <a:moveTo>
                  <a:pt x="869083" y="282713"/>
                </a:moveTo>
                <a:lnTo>
                  <a:pt x="0" y="282713"/>
                </a:lnTo>
                <a:lnTo>
                  <a:pt x="0" y="0"/>
                </a:lnTo>
                <a:lnTo>
                  <a:pt x="869083" y="0"/>
                </a:lnTo>
                <a:lnTo>
                  <a:pt x="869083" y="282713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1" name="object 11">
            <a:extLst xmlns:a="http://schemas.openxmlformats.org/drawingml/2006/main">
              <a:ext uri="{FF2B5EF4-FFF2-40B4-BE49-F238E27FC236}">
                <a16:creationId xmlns:a16="http://schemas.microsoft.com/office/drawing/2014/main" id="{F72F907F-503B-4910-9226-A7B4B9EADE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87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5"/>
              </a:spcBef>
              <a:buNone/>
            </a:pPr>
            <a:r>
              <a:rPr sz="2700">
                <a:solidFill>
                  <a:srgbClr val="EFEFEF"/>
                </a:solidFill>
                <a:latin typeface="Consolas"/>
                <a:ea typeface="Consolas"/>
                <a:cs typeface="Consolas"/>
              </a:rPr>
              <a:t>a</a:t>
            </a:r>
            <a:r>
              <a:rPr sz="2700" spc="-755">
                <a:solidFill>
                  <a:srgbClr val="EFEFE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3100"/>
              <a:t>line.</a:t>
            </a:r>
            <a:r>
              <a:rPr sz="3100" spc="-240"/>
              <a:t> </a:t>
            </a:r>
            <a:r>
              <a:rPr sz="3050" spc="40">
                <a:latin typeface="Cambria"/>
                <a:ea typeface="Cambria"/>
                <a:cs typeface="Cambria"/>
              </a:rPr>
              <a:t>Then</a:t>
            </a:r>
            <a:endParaRPr sz="3050">
              <a:latin typeface="Cambria"/>
              <a:ea typeface="Cambria"/>
              <a:cs typeface="Cambria"/>
            </a:endParaRPr>
          </a:p>
        </p:txBody>
      </p:sp>
      <p:pic>
        <p:nvPicPr>
          <p:cNvPr id="35" name="object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4d830bc6df40f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879401" y="1240799"/>
            <a:ext cx="528779" cy="308891"/>
          </a:xfrm>
          <a:prstGeom xmlns:a="http://schemas.openxmlformats.org/drawingml/2006/main" prst="rect">
            <a:avLst/>
          </a:prstGeom>
        </p:spPr>
      </p:pic>
      <p:pic>
        <p:nvPicPr>
          <p:cNvPr id="36" name="object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0ecb5d828240c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879401" y="1235564"/>
            <a:ext cx="528779" cy="287949"/>
          </a:xfrm>
          <a:prstGeom xmlns:a="http://schemas.openxmlformats.org/drawingml/2006/main" prst="rect">
            <a:avLst/>
          </a:prstGeom>
        </p:spPr>
      </p:pic>
      <p:sp>
        <p:nvSpPr>
          <p:cNvPr id="15" name="object 15">
            <a:extLst xmlns:a="http://schemas.openxmlformats.org/drawingml/2006/main">
              <a:ext uri="{FF2B5EF4-FFF2-40B4-BE49-F238E27FC236}">
                <a16:creationId xmlns:a16="http://schemas.microsoft.com/office/drawing/2014/main" id="{B235EA17-283A-4FE6-B0BE-CEADE8C46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7184" y="1235564"/>
            <a:ext cx="1220470" cy="367030"/>
          </a:xfrm>
          <a:custGeom xmlns:a="http://schemas.openxmlformats.org/drawingml/2006/main">
            <a:rect l="l" t="t" r="r" b="b"/>
            <a:pathLst>
              <a:path w="1220470" h="367030">
                <a:moveTo>
                  <a:pt x="1219858" y="366480"/>
                </a:moveTo>
                <a:lnTo>
                  <a:pt x="0" y="366480"/>
                </a:lnTo>
                <a:lnTo>
                  <a:pt x="0" y="0"/>
                </a:lnTo>
                <a:lnTo>
                  <a:pt x="1219858" y="0"/>
                </a:lnTo>
                <a:lnTo>
                  <a:pt x="1219858" y="36648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D1064430-AAB5-4AA1-B9C2-3A4E3098F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6045" y="1235564"/>
            <a:ext cx="937260" cy="283210"/>
          </a:xfrm>
          <a:custGeom xmlns:a="http://schemas.openxmlformats.org/drawingml/2006/main">
            <a:rect l="l" t="t" r="r" b="b"/>
            <a:pathLst>
              <a:path w="937259" h="283209">
                <a:moveTo>
                  <a:pt x="937144" y="282713"/>
                </a:moveTo>
                <a:lnTo>
                  <a:pt x="0" y="282713"/>
                </a:lnTo>
                <a:lnTo>
                  <a:pt x="0" y="0"/>
                </a:lnTo>
                <a:lnTo>
                  <a:pt x="937144" y="0"/>
                </a:lnTo>
                <a:lnTo>
                  <a:pt x="937144" y="282713"/>
                </a:lnTo>
                <a:close/>
              </a:path>
            </a:pathLst>
          </a:custGeom>
          <a:solidFill xmlns:a="http://schemas.openxmlformats.org/drawingml/2006/main">
            <a:srgbClr val="0F0F0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7" name="object 17">
            <a:extLst xmlns:a="http://schemas.openxmlformats.org/drawingml/2006/main">
              <a:ext uri="{FF2B5EF4-FFF2-40B4-BE49-F238E27FC236}">
                <a16:creationId xmlns:a16="http://schemas.microsoft.com/office/drawing/2014/main" id="{D75009C7-5A8C-4592-A54C-31108911E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9627" y="1108557"/>
            <a:ext cx="2296160" cy="5022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87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5"/>
              </a:spcBef>
              <a:buNone/>
            </a:pPr>
            <a:r>
              <a:rPr sz="3050">
                <a:solidFill>
                  <a:srgbClr val="F0F0F0"/>
                </a:solidFill>
                <a:latin typeface="Cambria"/>
                <a:ea typeface="Cambria"/>
                <a:cs typeface="Cambria"/>
              </a:rPr>
              <a:t>cockpit</a:t>
            </a:r>
            <a:r>
              <a:rPr sz="3050" spc="75">
                <a:solidFill>
                  <a:srgbClr val="F0F0F0"/>
                </a:solidFill>
                <a:latin typeface="Cambria"/>
                <a:ea typeface="Cambria"/>
                <a:cs typeface="Cambria"/>
              </a:rPr>
              <a:t> </a:t>
            </a:r>
            <a:r>
              <a:rPr sz="3100" spc="-10">
                <a:solidFill>
                  <a:srgbClr val="F2F2F2"/>
                </a:solidFill>
                <a:latin typeface="Cambria"/>
                <a:ea typeface="Cambria"/>
                <a:cs typeface="Cambria"/>
              </a:rPr>
              <a:t>locks.</a:t>
            </a:r>
            <a:endParaRPr sz="3100">
              <a:latin typeface="Cambria"/>
              <a:ea typeface="Cambria"/>
              <a:cs typeface="Cambria"/>
            </a:endParaRP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E625FD-7095-4013-9F4A-BC7E7952F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52425"/>
            <a:ext cx="24765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11"/>
          </a:solidFill>
          <a:ln xmlns:a="http://schemas.openxmlformats.org/drawingml/2006/main" w="0">
            <a:noFill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777f26da5145b9"/>
          <a:srcRect xmlns:a="http://schemas.openxmlformats.org/drawingml/2006/main" l="314" t="0" r="31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2925" y="428625"/>
            <a:ext cx="361950" cy="361950"/>
          </a:xfrm>
          <a:prstGeom xmlns:a="http://schemas.openxmlformats.org/drawingml/2006/main" prst="ellipse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1C9F13-F51C-4B90-994C-1F5585F33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6725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 spc="2">
                <a:solidFill>
                  <a:srgbClr val="C6A448"/>
                </a:solidFill>
                <a:latin typeface="Arial"/>
                <a:ea typeface="Arial"/>
                <a:cs typeface="Arial"/>
              </a:defRPr>
            </a:pPr>
            <a:r>
              <a:rPr sz="900" b="1" spc="2">
                <a:solidFill>
                  <a:srgbClr val="C6A448"/>
                </a:solidFill>
                <a:latin typeface="Arial"/>
                <a:ea typeface="Arial"/>
                <a:cs typeface="Arial"/>
              </a:rPr>
              <a:t>ENVER AI TECH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08A8BA-E5C5-47F2-8706-01B518CBD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647700"/>
            <a:ext cx="14763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3103"/>
          </a:bodyPr>
          <a:lstStyle xmlns:a="http://schemas.openxmlformats.org/drawingml/2006/main"/>
          <a:p xmlns:a="http://schemas.openxmlformats.org/drawingml/2006/main">
            <a:pPr>
              <a:defRPr sz="638" spc="1">
                <a:solidFill>
                  <a:srgbClr val="A3B2A8"/>
                </a:solidFill>
                <a:latin typeface="Arial"/>
                <a:ea typeface="Arial"/>
                <a:cs typeface="Arial"/>
              </a:defRPr>
            </a:pPr>
            <a:r>
              <a:rPr sz="638" spc="1">
                <a:solidFill>
                  <a:srgbClr val="A3B2A8"/>
                </a:solidFill>
                <a:latin typeface="Arial"/>
                <a:ea typeface="Arial"/>
                <a:cs typeface="Arial"/>
              </a:rPr>
              <a:t>ARTIFICER MVP</a:t>
            </a:r>
          </a:p>
        </p:txBody>
      </p:sp>
    </p:spTree>
    <p:extLst>
      <p:ext uri="{BB962C8B-B14F-4D97-AF65-F5344CB8AC3E}">
        <p14:creationId xmlns:p14="http://schemas.microsoft.com/office/powerpoint/2010/main" val="1918385683"/>
      </p:ext>
    </p:extLst>
  </p:cSld>
</p:sld>
</file>

<file path=ppt/slides/slide9.xml><?xml version="1.0" encoding="utf-8"?>
<p:sld xmlns:p="http://schemas.openxmlformats.org/presentationml/2006/main" showMasterSp="0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objec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3d51e34c1e46c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20104100" cy="11308556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38EF32-D12C-4404-A671-40CAEFE0B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52425"/>
            <a:ext cx="24765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11"/>
          </a:solidFill>
          <a:ln xmlns:a="http://schemas.openxmlformats.org/drawingml/2006/main" w="0">
            <a:noFill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0920e186aa472a"/>
          <a:srcRect xmlns:a="http://schemas.openxmlformats.org/drawingml/2006/main" l="314" t="0" r="31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2925" y="428625"/>
            <a:ext cx="361950" cy="361950"/>
          </a:xfrm>
          <a:prstGeom xmlns:a="http://schemas.openxmlformats.org/drawingml/2006/main" prst="ellipse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F905F5-4E6B-40E1-9930-5BFC962B3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6725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 spc="2">
                <a:solidFill>
                  <a:srgbClr val="C6A448"/>
                </a:solidFill>
                <a:latin typeface="Arial"/>
                <a:ea typeface="Arial"/>
                <a:cs typeface="Arial"/>
              </a:defRPr>
            </a:pPr>
            <a:r>
              <a:rPr sz="900" b="1" spc="2">
                <a:solidFill>
                  <a:srgbClr val="C6A448"/>
                </a:solidFill>
                <a:latin typeface="Arial"/>
                <a:ea typeface="Arial"/>
                <a:cs typeface="Arial"/>
              </a:rPr>
              <a:t>ENVER AI TECH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907EFB-26FF-4237-BED2-CC1BBD9A7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647700"/>
            <a:ext cx="14763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3103"/>
          </a:bodyPr>
          <a:lstStyle xmlns:a="http://schemas.openxmlformats.org/drawingml/2006/main"/>
          <a:p xmlns:a="http://schemas.openxmlformats.org/drawingml/2006/main">
            <a:pPr>
              <a:defRPr sz="638" spc="1">
                <a:solidFill>
                  <a:srgbClr val="A3B2A8"/>
                </a:solidFill>
                <a:latin typeface="Arial"/>
                <a:ea typeface="Arial"/>
                <a:cs typeface="Arial"/>
              </a:defRPr>
            </a:pPr>
            <a:r>
              <a:rPr sz="638" spc="1">
                <a:solidFill>
                  <a:srgbClr val="A3B2A8"/>
                </a:solidFill>
                <a:latin typeface="Arial"/>
                <a:ea typeface="Arial"/>
                <a:cs typeface="Arial"/>
              </a:rPr>
              <a:t>ARTIFICER MVP</a:t>
            </a:r>
          </a:p>
        </p:txBody>
      </p:sp>
    </p:spTree>
    <p:extLst>
      <p:ext uri="{BB962C8B-B14F-4D97-AF65-F5344CB8AC3E}">
        <p14:creationId xmlns:p14="http://schemas.microsoft.com/office/powerpoint/2010/main" val="139968105"/>
      </p:ext>
    </p:extLst>
  </p:cSld>
</p:sld>
</file>

<file path=ppt/slides/slide10.xml><?xml version="1.0" encoding="utf-8"?>
<p:sld xmlns:p="http://schemas.openxmlformats.org/presentationml/2006/main" showMasterSp="0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8" name="object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3d9e1aad164ee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602075" y="481660"/>
            <a:ext cx="167534" cy="287949"/>
          </a:xfrm>
          <a:prstGeom xmlns:a="http://schemas.openxmlformats.org/drawingml/2006/main" prst="rect">
            <a:avLst/>
          </a:prstGeom>
        </p:spPr>
      </p:pic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C8DE89A9-565B-4836-978E-DE2B0BADB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35" y="476425"/>
            <a:ext cx="20093940" cy="293370"/>
          </a:xfrm>
          <a:custGeom xmlns:a="http://schemas.openxmlformats.org/drawingml/2006/main">
            <a:rect l="l" t="t" r="r" b="b"/>
            <a:pathLst>
              <a:path w="20093940" h="293370">
                <a:moveTo>
                  <a:pt x="20093629" y="293184"/>
                </a:moveTo>
                <a:lnTo>
                  <a:pt x="0" y="293184"/>
                </a:lnTo>
                <a:lnTo>
                  <a:pt x="0" y="0"/>
                </a:lnTo>
                <a:lnTo>
                  <a:pt x="20093629" y="0"/>
                </a:lnTo>
                <a:lnTo>
                  <a:pt x="20093629" y="293184"/>
                </a:lnTo>
                <a:close/>
              </a:path>
            </a:pathLst>
          </a:custGeom>
          <a:solidFill xmlns:a="http://schemas.openxmlformats.org/drawingml/2006/main">
            <a:srgbClr val="0A1613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637E7C78-3C33-47D2-AA99-02475E9E7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476" y="550691"/>
            <a:ext cx="47625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51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0"/>
              </a:spcBef>
              <a:buNone/>
            </a:pPr>
            <a:r>
              <a:rPr sz="850" spc="-355">
                <a:solidFill>
                  <a:srgbClr val="CFB36E"/>
                </a:solidFill>
                <a:latin typeface="Arial MT"/>
                <a:ea typeface="Arial MT"/>
                <a:cs typeface="Arial MT"/>
              </a:rPr>
              <a:t>1</a:t>
            </a:r>
            <a:endParaRPr sz="850">
              <a:latin typeface="Arial MT"/>
              <a:ea typeface="Arial MT"/>
              <a:cs typeface="Arial MT"/>
            </a:endParaRPr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5958DC72-2CED-47AA-A04D-9FD9468F2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117" y="487866"/>
            <a:ext cx="146050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51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0"/>
              </a:spcBef>
              <a:buNone/>
            </a:pPr>
            <a:r>
              <a:rPr sz="850" i="1" spc="-105">
                <a:solidFill>
                  <a:srgbClr val="8A8550"/>
                </a:solidFill>
                <a:latin typeface="Arial"/>
                <a:ea typeface="Arial"/>
                <a:cs typeface="Arial"/>
              </a:rPr>
              <a:t>,',"’</a:t>
            </a:r>
            <a:r>
              <a:rPr sz="850" i="1" spc="-25">
                <a:solidFill>
                  <a:srgbClr val="8A8550"/>
                </a:solidFill>
                <a:latin typeface="Arial"/>
                <a:ea typeface="Arial"/>
                <a:cs typeface="Arial"/>
              </a:rPr>
              <a:t> </a:t>
            </a:r>
            <a:r>
              <a:rPr sz="850" i="1" spc="-60">
                <a:solidFill>
                  <a:srgbClr val="8A8550"/>
                </a:solidFill>
                <a:latin typeface="Arial"/>
                <a:ea typeface="Arial"/>
                <a:cs typeface="Arial"/>
              </a:rPr>
              <a:t>:</a:t>
            </a:r>
            <a:endParaRPr sz="850">
              <a:latin typeface="Arial"/>
              <a:ea typeface="Arial"/>
              <a:cs typeface="Arial"/>
            </a:endParaRPr>
          </a:p>
        </p:txBody>
      </p:sp>
      <p:sp>
        <p:nvSpPr>
          <p:cNvPr id="17" name="object 17">
            <a:extLst xmlns:a="http://schemas.openxmlformats.org/drawingml/2006/main">
              <a:ext uri="{FF2B5EF4-FFF2-40B4-BE49-F238E27FC236}">
                <a16:creationId xmlns:a16="http://schemas.microsoft.com/office/drawing/2014/main" id="{7399A46A-3F63-4211-80DC-A54CB8F99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184" y="550691"/>
            <a:ext cx="120014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51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0"/>
              </a:spcBef>
              <a:buNone/>
            </a:pPr>
            <a:r>
              <a:rPr sz="850" spc="-150">
                <a:solidFill>
                  <a:srgbClr val="5B4B16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850" spc="20">
                <a:solidFill>
                  <a:srgbClr val="5B4B16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 spc="-25">
                <a:solidFill>
                  <a:srgbClr val="5B4B16"/>
                </a:solidFill>
                <a:latin typeface="Arial MT"/>
                <a:ea typeface="Arial MT"/>
                <a:cs typeface="Arial MT"/>
              </a:rPr>
              <a:t>.</a:t>
            </a:r>
            <a:r>
              <a:rPr sz="850" spc="-25">
                <a:solidFill>
                  <a:srgbClr val="E6BC60"/>
                </a:solidFill>
                <a:latin typeface="Arial MT"/>
                <a:ea typeface="Arial MT"/>
                <a:cs typeface="Arial MT"/>
              </a:rPr>
              <a:t>'</a:t>
            </a:r>
            <a:endParaRPr sz="850">
              <a:latin typeface="Arial MT"/>
              <a:ea typeface="Arial MT"/>
              <a:cs typeface="Arial MT"/>
            </a:endParaRPr>
          </a:p>
        </p:txBody>
      </p:sp>
      <p:sp>
        <p:nvSpPr>
          <p:cNvPr id="15" name="object 15">
            <a:extLst xmlns:a="http://schemas.openxmlformats.org/drawingml/2006/main">
              <a:ext uri="{FF2B5EF4-FFF2-40B4-BE49-F238E27FC236}">
                <a16:creationId xmlns:a16="http://schemas.microsoft.com/office/drawing/2014/main" id="{90D14AD7-8736-4E60-8907-89158426C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651" y="487866"/>
            <a:ext cx="1266825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51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0"/>
              </a:spcBef>
              <a:buNone/>
            </a:pPr>
            <a:r>
              <a:rPr sz="850">
                <a:solidFill>
                  <a:srgbClr val="1F1300"/>
                </a:solidFill>
                <a:latin typeface="Arial MT"/>
                <a:ea typeface="Arial MT"/>
                <a:cs typeface="Arial MT"/>
              </a:rPr>
              <a:t>E</a:t>
            </a:r>
            <a:r>
              <a:rPr sz="850" spc="55">
                <a:solidFill>
                  <a:srgbClr val="1F1300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>
                <a:solidFill>
                  <a:srgbClr val="74703F"/>
                </a:solidFill>
                <a:latin typeface="Arial MT"/>
                <a:ea typeface="Arial MT"/>
                <a:cs typeface="Arial MT"/>
              </a:rPr>
              <a:t>hl</a:t>
            </a:r>
            <a:r>
              <a:rPr sz="850" spc="65">
                <a:solidFill>
                  <a:srgbClr val="74703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>
                <a:solidFill>
                  <a:srgbClr val="BAA75D"/>
                </a:solidFill>
                <a:latin typeface="Arial MT"/>
                <a:ea typeface="Arial MT"/>
                <a:cs typeface="Arial MT"/>
              </a:rPr>
              <a:t>V</a:t>
            </a:r>
            <a:r>
              <a:rPr sz="850" spc="70">
                <a:solidFill>
                  <a:srgbClr val="BAA75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>
                <a:solidFill>
                  <a:srgbClr val="1F1300"/>
                </a:solidFill>
                <a:latin typeface="Arial MT"/>
                <a:ea typeface="Arial MT"/>
                <a:cs typeface="Arial MT"/>
              </a:rPr>
              <a:t>E</a:t>
            </a:r>
            <a:r>
              <a:rPr sz="850" spc="85">
                <a:solidFill>
                  <a:srgbClr val="1F1300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>
                <a:solidFill>
                  <a:srgbClr val="BCA15D"/>
                </a:solidFill>
                <a:latin typeface="Arial MT"/>
                <a:ea typeface="Arial MT"/>
                <a:cs typeface="Arial MT"/>
              </a:rPr>
              <a:t>R</a:t>
            </a:r>
            <a:r>
              <a:rPr sz="850" spc="440">
                <a:solidFill>
                  <a:srgbClr val="BCA15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>
                <a:solidFill>
                  <a:srgbClr val="311F00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850" spc="30">
                <a:solidFill>
                  <a:srgbClr val="311F00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>
                <a:solidFill>
                  <a:srgbClr val="837234"/>
                </a:solidFill>
                <a:latin typeface="Arial MT"/>
                <a:ea typeface="Arial MT"/>
                <a:cs typeface="Arial MT"/>
              </a:rPr>
              <a:t>I</a:t>
            </a:r>
            <a:r>
              <a:rPr sz="850" spc="380">
                <a:solidFill>
                  <a:srgbClr val="837234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>
                <a:solidFill>
                  <a:srgbClr val="645923"/>
                </a:solidFill>
                <a:latin typeface="Arial MT"/>
                <a:ea typeface="Arial MT"/>
                <a:cs typeface="Arial MT"/>
              </a:rPr>
              <a:t>T</a:t>
            </a:r>
            <a:r>
              <a:rPr sz="850" spc="60">
                <a:solidFill>
                  <a:srgbClr val="645923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>
                <a:solidFill>
                  <a:srgbClr val="261D00"/>
                </a:solidFill>
                <a:latin typeface="Arial MT"/>
                <a:ea typeface="Arial MT"/>
                <a:cs typeface="Arial MT"/>
              </a:rPr>
              <a:t>E</a:t>
            </a:r>
            <a:r>
              <a:rPr sz="850" spc="35">
                <a:solidFill>
                  <a:srgbClr val="261D00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>
                <a:solidFill>
                  <a:srgbClr val="1C1600"/>
                </a:solidFill>
                <a:latin typeface="Arial MT"/>
                <a:ea typeface="Arial MT"/>
                <a:cs typeface="Arial MT"/>
              </a:rPr>
              <a:t>C</a:t>
            </a:r>
            <a:r>
              <a:rPr sz="850" spc="50">
                <a:solidFill>
                  <a:srgbClr val="1C1600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 spc="-50">
                <a:solidFill>
                  <a:srgbClr val="756941"/>
                </a:solidFill>
                <a:latin typeface="Arial MT"/>
                <a:ea typeface="Arial MT"/>
                <a:cs typeface="Arial MT"/>
              </a:rPr>
              <a:t>H</a:t>
            </a:r>
            <a:endParaRPr sz="850">
              <a:latin typeface="Arial MT"/>
              <a:ea typeface="Arial MT"/>
              <a:cs typeface="Arial MT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4B02EC7A-82C6-4052-AF9B-817FDA79D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2848" y="535712"/>
            <a:ext cx="224853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51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0"/>
              </a:spcBef>
              <a:buNone/>
            </a:pPr>
            <a:r>
              <a:rPr sz="1050" spc="-375">
                <a:solidFill>
                  <a:srgbClr val="1D1F00"/>
                </a:solidFill>
                <a:latin typeface="Arial MT"/>
                <a:ea typeface="Arial MT"/>
                <a:cs typeface="Arial MT"/>
              </a:rPr>
              <a:t>0</a:t>
            </a:r>
            <a:r>
              <a:rPr sz="1050" spc="450">
                <a:solidFill>
                  <a:srgbClr val="1D1F00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050">
                <a:solidFill>
                  <a:srgbClr val="B59E5D"/>
                </a:solidFill>
                <a:latin typeface="Arial MT"/>
                <a:ea typeface="Arial MT"/>
                <a:cs typeface="Arial MT"/>
              </a:rPr>
              <a:t>9</a:t>
            </a:r>
            <a:r>
              <a:rPr sz="1050" spc="135">
                <a:solidFill>
                  <a:srgbClr val="B59E5D"/>
                </a:solidFill>
                <a:latin typeface="Arial MT"/>
                <a:ea typeface="Arial MT"/>
                <a:cs typeface="Arial MT"/>
              </a:rPr>
              <a:t>  </a:t>
            </a:r>
            <a:r>
              <a:rPr sz="1050" spc="-330">
                <a:solidFill>
                  <a:srgbClr val="1F1C01"/>
                </a:solidFill>
                <a:latin typeface="Arial MT"/>
                <a:ea typeface="Arial MT"/>
                <a:cs typeface="Arial MT"/>
              </a:rPr>
              <a:t>—</a:t>
            </a:r>
            <a:r>
              <a:rPr sz="1050" spc="160">
                <a:solidFill>
                  <a:srgbClr val="1F1C01"/>
                </a:solidFill>
                <a:latin typeface="Arial MT"/>
                <a:ea typeface="Arial MT"/>
                <a:cs typeface="Arial MT"/>
              </a:rPr>
              <a:t>  </a:t>
            </a:r>
            <a:r>
              <a:rPr sz="1050">
                <a:solidFill>
                  <a:srgbClr val="2D1F00"/>
                </a:solidFill>
                <a:latin typeface="Arial MT"/>
                <a:ea typeface="Arial MT"/>
                <a:cs typeface="Arial MT"/>
              </a:rPr>
              <a:t>M</a:t>
            </a:r>
            <a:r>
              <a:rPr sz="1050" spc="35">
                <a:solidFill>
                  <a:srgbClr val="2D1F00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050">
                <a:solidFill>
                  <a:srgbClr val="1D1A00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1050" spc="60">
                <a:solidFill>
                  <a:srgbClr val="1D1A00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050" spc="-110">
                <a:solidFill>
                  <a:srgbClr val="211F00"/>
                </a:solidFill>
                <a:latin typeface="Arial MT"/>
                <a:ea typeface="Arial MT"/>
                <a:cs typeface="Arial MT"/>
              </a:rPr>
              <a:t>F'</a:t>
            </a:r>
            <a:r>
              <a:rPr sz="1050" spc="75">
                <a:solidFill>
                  <a:srgbClr val="211F00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050" spc="-45">
                <a:solidFill>
                  <a:srgbClr val="2A2103"/>
                </a:solidFill>
                <a:latin typeface="Arial MT"/>
                <a:ea typeface="Arial MT"/>
                <a:cs typeface="Arial MT"/>
              </a:rPr>
              <a:t>l¢</a:t>
            </a:r>
            <a:r>
              <a:rPr sz="1050" spc="45">
                <a:solidFill>
                  <a:srgbClr val="2A2103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050">
                <a:solidFill>
                  <a:srgbClr val="311A00"/>
                </a:solidFill>
                <a:latin typeface="Arial MT"/>
                <a:ea typeface="Arial MT"/>
                <a:cs typeface="Arial MT"/>
              </a:rPr>
              <a:t>E</a:t>
            </a:r>
            <a:r>
              <a:rPr sz="1050" spc="40">
                <a:solidFill>
                  <a:srgbClr val="311A00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050">
                <a:solidFill>
                  <a:srgbClr val="806E31"/>
                </a:solidFill>
                <a:latin typeface="Arial MT"/>
                <a:ea typeface="Arial MT"/>
                <a:cs typeface="Arial MT"/>
              </a:rPr>
              <a:t>T</a:t>
            </a:r>
            <a:r>
              <a:rPr sz="1050" spc="145">
                <a:solidFill>
                  <a:srgbClr val="806E31"/>
                </a:solidFill>
                <a:latin typeface="Arial MT"/>
                <a:ea typeface="Arial MT"/>
                <a:cs typeface="Arial MT"/>
              </a:rPr>
              <a:t>  </a:t>
            </a:r>
            <a:r>
              <a:rPr sz="1050">
                <a:solidFill>
                  <a:srgbClr val="493A11"/>
                </a:solidFill>
                <a:latin typeface="Arial MT"/>
                <a:ea typeface="Arial MT"/>
                <a:cs typeface="Arial MT"/>
              </a:rPr>
              <a:t>&amp;</a:t>
            </a:r>
            <a:r>
              <a:rPr sz="1050" spc="150">
                <a:solidFill>
                  <a:srgbClr val="493A11"/>
                </a:solidFill>
                <a:latin typeface="Arial MT"/>
                <a:ea typeface="Arial MT"/>
                <a:cs typeface="Arial MT"/>
              </a:rPr>
              <a:t>  </a:t>
            </a:r>
            <a:r>
              <a:rPr sz="1050">
                <a:solidFill>
                  <a:srgbClr val="BCA162"/>
                </a:solidFill>
                <a:latin typeface="Arial MT"/>
                <a:ea typeface="Arial MT"/>
                <a:cs typeface="Arial MT"/>
              </a:rPr>
              <a:t>M</a:t>
            </a:r>
            <a:r>
              <a:rPr sz="1050" spc="-15">
                <a:solidFill>
                  <a:srgbClr val="BCA16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050">
                <a:solidFill>
                  <a:srgbClr val="4B3D0F"/>
                </a:solidFill>
                <a:latin typeface="Arial MT"/>
                <a:ea typeface="Arial MT"/>
                <a:cs typeface="Arial MT"/>
              </a:rPr>
              <a:t>O</a:t>
            </a:r>
            <a:r>
              <a:rPr sz="1050" spc="-15">
                <a:solidFill>
                  <a:srgbClr val="4B3D0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050">
                <a:solidFill>
                  <a:srgbClr val="261D00"/>
                </a:solidFill>
                <a:latin typeface="Arial MT"/>
                <a:ea typeface="Arial MT"/>
                <a:cs typeface="Arial MT"/>
              </a:rPr>
              <a:t>D</a:t>
            </a:r>
            <a:r>
              <a:rPr sz="1050" spc="10">
                <a:solidFill>
                  <a:srgbClr val="261D00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050">
                <a:solidFill>
                  <a:srgbClr val="2B1D00"/>
                </a:solidFill>
                <a:latin typeface="Arial MT"/>
                <a:ea typeface="Arial MT"/>
                <a:cs typeface="Arial MT"/>
              </a:rPr>
              <a:t>E</a:t>
            </a:r>
            <a:r>
              <a:rPr sz="1050" spc="70">
                <a:solidFill>
                  <a:srgbClr val="2B1D00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050" spc="-50">
                <a:solidFill>
                  <a:srgbClr val="262100"/>
                </a:solidFill>
                <a:latin typeface="Arial MT"/>
                <a:ea typeface="Arial MT"/>
                <a:cs typeface="Arial MT"/>
              </a:rPr>
              <a:t>L</a:t>
            </a:r>
            <a:endParaRPr sz="1050">
              <a:latin typeface="Arial MT"/>
              <a:ea typeface="Arial MT"/>
              <a:cs typeface="Arial MT"/>
            </a:endParaRPr>
          </a:p>
        </p:txBody>
      </p:sp>
      <p:pic>
        <p:nvPicPr>
          <p:cNvPr id="55" name="object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8f526a31d44d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35" y="1246035"/>
            <a:ext cx="20098864" cy="439777"/>
          </a:xfrm>
          <a:prstGeom xmlns:a="http://schemas.openxmlformats.org/drawingml/2006/main" prst="rect">
            <a:avLst/>
          </a:prstGeom>
        </p:spPr>
      </p:pic>
      <p:pic>
        <p:nvPicPr>
          <p:cNvPr id="56" name="object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79ad14fbcf45b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35" y="1874288"/>
            <a:ext cx="20098864" cy="376951"/>
          </a:xfrm>
          <a:prstGeom xmlns:a="http://schemas.openxmlformats.org/drawingml/2006/main" prst="rect">
            <a:avLst/>
          </a:prstGeom>
        </p:spPr>
      </p:pic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4C718C41-C1B3-45C1-BF80-EA027D9AF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142" y="2345653"/>
            <a:ext cx="3503929" cy="0"/>
          </a:xfrm>
          <a:custGeom xmlns:a="http://schemas.openxmlformats.org/drawingml/2006/main">
            <a:rect l="l" t="t" r="r" b="b"/>
            <a:pathLst>
              <a:path w="3503929" h="0">
                <a:moveTo>
                  <a:pt x="0" y="0"/>
                </a:moveTo>
                <a:lnTo>
                  <a:pt x="3503557" y="0"/>
                </a:lnTo>
              </a:path>
            </a:pathLst>
          </a:custGeom>
          <a:ln xmlns:a="http://schemas.openxmlformats.org/drawingml/2006/main" w="12216">
            <a:solidFill>
              <a:srgbClr val="131300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B88CD13C-34C8-42C5-B346-3F5B9AE0E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725" y="2345653"/>
            <a:ext cx="3515995" cy="0"/>
          </a:xfrm>
          <a:custGeom xmlns:a="http://schemas.openxmlformats.org/drawingml/2006/main">
            <a:rect l="l" t="t" r="r" b="b"/>
            <a:pathLst>
              <a:path w="3515995" h="0">
                <a:moveTo>
                  <a:pt x="0" y="0"/>
                </a:moveTo>
                <a:lnTo>
                  <a:pt x="3515773" y="0"/>
                </a:lnTo>
              </a:path>
            </a:pathLst>
          </a:custGeom>
          <a:ln xmlns:a="http://schemas.openxmlformats.org/drawingml/2006/main" w="12216">
            <a:solidFill>
              <a:srgbClr val="131300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DE8D9346-09A8-4461-ACF8-323095ECE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7524" y="2345653"/>
            <a:ext cx="3503929" cy="0"/>
          </a:xfrm>
          <a:custGeom xmlns:a="http://schemas.openxmlformats.org/drawingml/2006/main">
            <a:rect l="l" t="t" r="r" b="b"/>
            <a:pathLst>
              <a:path w="3503929" h="0">
                <a:moveTo>
                  <a:pt x="0" y="0"/>
                </a:moveTo>
                <a:lnTo>
                  <a:pt x="3503557" y="0"/>
                </a:lnTo>
              </a:path>
            </a:pathLst>
          </a:custGeom>
          <a:ln xmlns:a="http://schemas.openxmlformats.org/drawingml/2006/main" w="12216">
            <a:solidFill>
              <a:srgbClr val="131300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pic>
        <p:nvPicPr>
          <p:cNvPr id="60" name="object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e44b548c8d45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277356" y="2575837"/>
            <a:ext cx="335068" cy="94237"/>
          </a:xfrm>
          <a:prstGeom xmlns:a="http://schemas.openxmlformats.org/drawingml/2006/main" prst="rect">
            <a:avLst/>
          </a:prstGeom>
        </p:spPr>
      </p:pic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FF9AFF62-80BA-4BB6-BDBE-BF509C811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35" y="2444951"/>
            <a:ext cx="20093940" cy="225425"/>
          </a:xfrm>
          <a:custGeom xmlns:a="http://schemas.openxmlformats.org/drawingml/2006/main">
            <a:rect l="l" t="t" r="r" b="b"/>
            <a:pathLst>
              <a:path w="20093940" h="225425">
                <a:moveTo>
                  <a:pt x="20093629" y="225124"/>
                </a:moveTo>
                <a:lnTo>
                  <a:pt x="0" y="225124"/>
                </a:lnTo>
                <a:lnTo>
                  <a:pt x="0" y="0"/>
                </a:lnTo>
                <a:lnTo>
                  <a:pt x="20093629" y="0"/>
                </a:lnTo>
                <a:lnTo>
                  <a:pt x="20093629" y="225124"/>
                </a:lnTo>
                <a:close/>
              </a:path>
            </a:pathLst>
          </a:custGeom>
          <a:solidFill xmlns:a="http://schemas.openxmlformats.org/drawingml/2006/main">
            <a:srgbClr val="0A1613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55FE9CDB-FFCC-49B4-A329-9FDF55DD1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5066" y="2404620"/>
            <a:ext cx="1525270" cy="1847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143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90"/>
              </a:spcBef>
              <a:buNone/>
            </a:pPr>
            <a:r>
              <a:rPr sz="1050">
                <a:solidFill>
                  <a:srgbClr val="A8A8A8"/>
                </a:solidFill>
                <a:latin typeface="Arial MT"/>
                <a:ea typeface="Arial MT"/>
                <a:cs typeface="Arial MT"/>
              </a:rPr>
              <a:t>list</a:t>
            </a:r>
            <a:r>
              <a:rPr sz="1050" spc="100">
                <a:solidFill>
                  <a:srgbClr val="A8A8A8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050">
                <a:solidFill>
                  <a:srgbClr val="AAAAAA"/>
                </a:solidFill>
                <a:latin typeface="Arial MT"/>
                <a:ea typeface="Arial MT"/>
                <a:cs typeface="Arial MT"/>
              </a:rPr>
              <a:t>price</a:t>
            </a:r>
            <a:r>
              <a:rPr sz="1050" spc="125">
                <a:solidFill>
                  <a:srgbClr val="AAAAAA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050" spc="55">
                <a:solidFill>
                  <a:srgbClr val="A3A3A3"/>
                </a:solidFill>
                <a:latin typeface="Arial MT"/>
                <a:ea typeface="Arial MT"/>
                <a:cs typeface="Arial MT"/>
              </a:rPr>
              <a:t>per</a:t>
            </a:r>
            <a:r>
              <a:rPr sz="1050" spc="145">
                <a:solidFill>
                  <a:srgbClr val="A3A3A3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050" spc="-10">
                <a:solidFill>
                  <a:srgbClr val="A7A7A7"/>
                </a:solidFill>
                <a:latin typeface="Arial MT"/>
                <a:ea typeface="Arial MT"/>
                <a:cs typeface="Arial MT"/>
              </a:rPr>
              <a:t>evaluation</a:t>
            </a:r>
            <a:endParaRPr sz="1050">
              <a:latin typeface="Arial MT"/>
              <a:ea typeface="Arial MT"/>
              <a:cs typeface="Arial MT"/>
            </a:endParaRPr>
          </a:p>
        </p:txBody>
      </p:sp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9318D48B-219E-4660-89DF-8D24D62E2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803" y="2519800"/>
            <a:ext cx="382905" cy="1847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143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90"/>
              </a:spcBef>
              <a:buNone/>
            </a:pPr>
            <a:r>
              <a:rPr sz="1050">
                <a:solidFill>
                  <a:srgbClr val="7B672D"/>
                </a:solidFill>
                <a:latin typeface="Arial MT"/>
                <a:ea typeface="Arial MT"/>
                <a:cs typeface="Arial MT"/>
              </a:rPr>
              <a:t>T</a:t>
            </a:r>
            <a:r>
              <a:rPr sz="1050" spc="-55">
                <a:solidFill>
                  <a:srgbClr val="7B672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050">
                <a:solidFill>
                  <a:srgbClr val="151801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1050" spc="45">
                <a:solidFill>
                  <a:srgbClr val="151801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050" spc="-50">
                <a:solidFill>
                  <a:srgbClr val="BC9C5E"/>
                </a:solidFill>
                <a:latin typeface="Arial MT"/>
                <a:ea typeface="Arial MT"/>
                <a:cs typeface="Arial MT"/>
              </a:rPr>
              <a:t>M</a:t>
            </a:r>
            <a:endParaRPr sz="1050">
              <a:latin typeface="Arial MT"/>
              <a:ea typeface="Arial MT"/>
              <a:cs typeface="Arial MT"/>
            </a:endParaRPr>
          </a:p>
        </p:txBody>
      </p:sp>
      <p:sp>
        <p:nvSpPr>
          <p:cNvPr id="23" name="object 23">
            <a:extLst xmlns:a="http://schemas.openxmlformats.org/drawingml/2006/main">
              <a:ext uri="{FF2B5EF4-FFF2-40B4-BE49-F238E27FC236}">
                <a16:creationId xmlns:a16="http://schemas.microsoft.com/office/drawing/2014/main" id="{3A45512C-8563-44FD-BADD-8ECB46182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9529" y="2484170"/>
            <a:ext cx="334010" cy="2273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1300" spc="-25">
                <a:solidFill>
                  <a:srgbClr val="181500"/>
                </a:solidFill>
                <a:latin typeface="Courier New"/>
                <a:ea typeface="Courier New"/>
                <a:cs typeface="Courier New"/>
              </a:rPr>
              <a:t>SOA</a:t>
            </a:r>
            <a:endParaRPr sz="1300">
              <a:latin typeface="Courier New"/>
              <a:ea typeface="Courier New"/>
              <a:cs typeface="Courier New"/>
            </a:endParaRPr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DCBE5E87-02F7-40C1-8654-7CCF0E400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5180" y="2858726"/>
            <a:ext cx="498475" cy="0"/>
          </a:xfrm>
          <a:custGeom xmlns:a="http://schemas.openxmlformats.org/drawingml/2006/main">
            <a:rect l="l" t="t" r="r" b="b"/>
            <a:pathLst>
              <a:path w="498475" h="0">
                <a:moveTo>
                  <a:pt x="0" y="0"/>
                </a:moveTo>
                <a:lnTo>
                  <a:pt x="498414" y="0"/>
                </a:lnTo>
              </a:path>
            </a:pathLst>
          </a:custGeom>
          <a:ln xmlns:a="http://schemas.openxmlformats.org/drawingml/2006/main" w="12216">
            <a:solidFill>
              <a:srgbClr val="1C1C00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pic>
        <p:nvPicPr>
          <p:cNvPr id="66" name="object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a060abeb144d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35" y="2884728"/>
            <a:ext cx="20098864" cy="706784"/>
          </a:xfrm>
          <a:prstGeom xmlns:a="http://schemas.openxmlformats.org/drawingml/2006/main" prst="rect">
            <a:avLst/>
          </a:prstGeom>
        </p:spPr>
      </p:pic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1D9E6D59-0004-4180-9DEB-D92B1D6B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5" y="3753812"/>
            <a:ext cx="20093940" cy="115570"/>
          </a:xfrm>
          <a:custGeom xmlns:a="http://schemas.openxmlformats.org/drawingml/2006/main">
            <a:rect l="l" t="t" r="r" b="b"/>
            <a:pathLst>
              <a:path w="20093940" h="115570">
                <a:moveTo>
                  <a:pt x="20093629" y="115179"/>
                </a:moveTo>
                <a:lnTo>
                  <a:pt x="0" y="115179"/>
                </a:lnTo>
                <a:lnTo>
                  <a:pt x="0" y="0"/>
                </a:lnTo>
                <a:lnTo>
                  <a:pt x="20093629" y="0"/>
                </a:lnTo>
                <a:lnTo>
                  <a:pt x="20093629" y="115179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26" name="object 26">
            <a:extLst xmlns:a="http://schemas.openxmlformats.org/drawingml/2006/main">
              <a:ext uri="{FF2B5EF4-FFF2-40B4-BE49-F238E27FC236}">
                <a16:creationId xmlns:a16="http://schemas.microsoft.com/office/drawing/2014/main" id="{C8BB94F6-DED4-4D8B-AA82-17DB3D164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6218" y="3708390"/>
            <a:ext cx="202438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51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0"/>
              </a:spcBef>
              <a:buNone/>
            </a:pPr>
            <a:r>
              <a:rPr sz="1050">
                <a:solidFill>
                  <a:srgbClr val="AAAAAA"/>
                </a:solidFill>
                <a:latin typeface="Arial MT"/>
                <a:ea typeface="Arial MT"/>
                <a:cs typeface="Arial MT"/>
              </a:rPr>
              <a:t>Gemini</a:t>
            </a:r>
            <a:r>
              <a:rPr sz="1050" spc="95">
                <a:solidFill>
                  <a:srgbClr val="AAAAAA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050">
                <a:solidFill>
                  <a:srgbClr val="AAAAAA"/>
                </a:solidFill>
                <a:latin typeface="Arial MT"/>
                <a:ea typeface="Arial MT"/>
                <a:cs typeface="Arial MT"/>
              </a:rPr>
              <a:t>cost</a:t>
            </a:r>
            <a:r>
              <a:rPr sz="1050" spc="210">
                <a:solidFill>
                  <a:srgbClr val="AAAAAA"/>
                </a:solidFill>
                <a:latin typeface="Arial MT"/>
                <a:ea typeface="Arial MT"/>
                <a:cs typeface="Arial MT"/>
              </a:rPr>
              <a:t>  </a:t>
            </a:r>
            <a:r>
              <a:rPr sz="1050">
                <a:solidFill>
                  <a:srgbClr val="A8A8A8"/>
                </a:solidFill>
                <a:latin typeface="Arial MT"/>
                <a:ea typeface="Arial MT"/>
                <a:cs typeface="Arial MT"/>
              </a:rPr>
              <a:t>-8.</a:t>
            </a:r>
            <a:r>
              <a:rPr sz="1050" spc="114">
                <a:solidFill>
                  <a:srgbClr val="A8A8A8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050" spc="-95">
                <a:solidFill>
                  <a:srgbClr val="A8A8A8"/>
                </a:solidFill>
                <a:latin typeface="Arial MT"/>
                <a:ea typeface="Arial MT"/>
                <a:cs typeface="Arial MT"/>
              </a:rPr>
              <a:t>Ok</a:t>
            </a:r>
            <a:r>
              <a:rPr sz="1050" spc="155">
                <a:solidFill>
                  <a:srgbClr val="A8A8A8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050">
                <a:solidFill>
                  <a:srgbClr val="AAAAAA"/>
                </a:solidFill>
                <a:latin typeface="Arial MT"/>
                <a:ea typeface="Arial MT"/>
                <a:cs typeface="Arial MT"/>
              </a:rPr>
              <a:t>tokens</a:t>
            </a:r>
            <a:r>
              <a:rPr sz="1050" spc="165">
                <a:solidFill>
                  <a:srgbClr val="AAAAAA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050">
                <a:solidFill>
                  <a:srgbClr val="AFAFAF"/>
                </a:solidFill>
                <a:latin typeface="Arial MT"/>
                <a:ea typeface="Arial MT"/>
                <a:cs typeface="Arial MT"/>
              </a:rPr>
              <a:t>/</a:t>
            </a:r>
            <a:r>
              <a:rPr sz="1050" spc="160">
                <a:solidFill>
                  <a:srgbClr val="AFAFA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050" spc="-25">
                <a:solidFill>
                  <a:srgbClr val="A8A8A8"/>
                </a:solidFill>
                <a:latin typeface="Arial MT"/>
                <a:ea typeface="Arial MT"/>
                <a:cs typeface="Arial MT"/>
              </a:rPr>
              <a:t>Ale</a:t>
            </a:r>
            <a:endParaRPr sz="1050">
              <a:latin typeface="Arial MT"/>
              <a:ea typeface="Arial MT"/>
              <a:cs typeface="Arial MT"/>
            </a:endParaRPr>
          </a:p>
        </p:txBody>
      </p:sp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04E4B49B-AAE3-489A-9B15-DD4D43BCC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5" y="3937053"/>
            <a:ext cx="20093940" cy="173355"/>
          </a:xfrm>
          <a:custGeom xmlns:a="http://schemas.openxmlformats.org/drawingml/2006/main">
            <a:rect l="l" t="t" r="r" b="b"/>
            <a:pathLst>
              <a:path w="20093940" h="173354">
                <a:moveTo>
                  <a:pt x="20093629" y="172769"/>
                </a:moveTo>
                <a:lnTo>
                  <a:pt x="0" y="172769"/>
                </a:lnTo>
                <a:lnTo>
                  <a:pt x="0" y="0"/>
                </a:lnTo>
                <a:lnTo>
                  <a:pt x="20093629" y="0"/>
                </a:lnTo>
                <a:lnTo>
                  <a:pt x="20093629" y="172769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28" name="object 28">
            <a:extLst xmlns:a="http://schemas.openxmlformats.org/drawingml/2006/main">
              <a:ext uri="{FF2B5EF4-FFF2-40B4-BE49-F238E27FC236}">
                <a16:creationId xmlns:a16="http://schemas.microsoft.com/office/drawing/2014/main" id="{07B78B02-5468-4BB8-8582-E76890FA4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44" y="3892358"/>
            <a:ext cx="8128000" cy="2209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51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0"/>
              </a:spcBef>
              <a:buNone/>
            </a:pPr>
            <a:r>
              <a:rPr sz="1250">
                <a:solidFill>
                  <a:srgbClr val="DBDBDB"/>
                </a:solidFill>
                <a:latin typeface="Arial MT"/>
                <a:ea typeface="Arial MT"/>
                <a:cs typeface="Arial MT"/>
              </a:rPr>
              <a:t>Buyers:</a:t>
            </a:r>
            <a:r>
              <a:rPr sz="1250" spc="220">
                <a:solidFill>
                  <a:srgbClr val="DBDBDB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250">
                <a:solidFill>
                  <a:srgbClr val="D8D8D8"/>
                </a:solidFill>
                <a:latin typeface="Arial MT"/>
                <a:ea typeface="Arial MT"/>
                <a:cs typeface="Arial MT"/>
              </a:rPr>
              <a:t>CRO</a:t>
            </a:r>
            <a:r>
              <a:rPr sz="1250" spc="270">
                <a:solidFill>
                  <a:srgbClr val="D8D8D8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250">
                <a:solidFill>
                  <a:srgbClr val="DADADA"/>
                </a:solidFill>
                <a:latin typeface="Arial MT"/>
                <a:ea typeface="Arial MT"/>
                <a:cs typeface="Arial MT"/>
              </a:rPr>
              <a:t>/</a:t>
            </a:r>
            <a:r>
              <a:rPr sz="1250" spc="200">
                <a:solidFill>
                  <a:srgbClr val="DADADA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250">
                <a:solidFill>
                  <a:srgbClr val="D8D8D8"/>
                </a:solidFill>
                <a:latin typeface="Arial MT"/>
                <a:ea typeface="Arial MT"/>
                <a:cs typeface="Arial MT"/>
              </a:rPr>
              <a:t>CCO,</a:t>
            </a:r>
            <a:r>
              <a:rPr sz="1250" spc="225">
                <a:solidFill>
                  <a:srgbClr val="D8D8D8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250" spc="60">
                <a:solidFill>
                  <a:srgbClr val="DDDDDD"/>
                </a:solidFill>
                <a:latin typeface="Arial MT"/>
                <a:ea typeface="Arial MT"/>
                <a:cs typeface="Arial MT"/>
              </a:rPr>
              <a:t>Head</a:t>
            </a:r>
            <a:r>
              <a:rPr sz="1250" spc="210">
                <a:solidFill>
                  <a:srgbClr val="DDDDD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250">
                <a:solidFill>
                  <a:srgbClr val="D8D8D8"/>
                </a:solidFill>
                <a:latin typeface="Arial MT"/>
                <a:ea typeface="Arial MT"/>
                <a:cs typeface="Arial MT"/>
              </a:rPr>
              <a:t>of</a:t>
            </a:r>
            <a:r>
              <a:rPr sz="1250" spc="375">
                <a:solidFill>
                  <a:srgbClr val="D8D8D8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250">
                <a:solidFill>
                  <a:srgbClr val="DBDBDB"/>
                </a:solidFill>
                <a:latin typeface="Arial MT"/>
                <a:ea typeface="Arial MT"/>
                <a:cs typeface="Arial MT"/>
              </a:rPr>
              <a:t>MSME.</a:t>
            </a:r>
            <a:r>
              <a:rPr sz="1250" spc="140">
                <a:solidFill>
                  <a:srgbClr val="DBDBDB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250">
                <a:solidFill>
                  <a:srgbClr val="DBDBDB"/>
                </a:solidFill>
                <a:latin typeface="Arial MT"/>
                <a:ea typeface="Arial MT"/>
                <a:cs typeface="Arial MT"/>
              </a:rPr>
              <a:t>Users:</a:t>
            </a:r>
            <a:r>
              <a:rPr sz="1250" spc="275">
                <a:solidFill>
                  <a:srgbClr val="DBDBDB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250" spc="50">
                <a:solidFill>
                  <a:srgbClr val="DBDBDB"/>
                </a:solidFill>
                <a:latin typeface="Arial MT"/>
                <a:ea typeface="Arial MT"/>
                <a:cs typeface="Arial MT"/>
              </a:rPr>
              <a:t>credit</a:t>
            </a:r>
            <a:r>
              <a:rPr sz="1250" spc="235">
                <a:solidFill>
                  <a:srgbClr val="DBDBDB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250">
                <a:solidFill>
                  <a:srgbClr val="DBDBDB"/>
                </a:solidFill>
                <a:latin typeface="Arial MT"/>
                <a:ea typeface="Arial MT"/>
                <a:cs typeface="Arial MT"/>
              </a:rPr>
              <a:t>officers.</a:t>
            </a:r>
            <a:r>
              <a:rPr sz="1250" spc="300">
                <a:solidFill>
                  <a:srgbClr val="DBDBDB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250">
                <a:solidFill>
                  <a:srgbClr val="DADADA"/>
                </a:solidFill>
                <a:latin typeface="Arial MT"/>
                <a:ea typeface="Arial MT"/>
                <a:cs typeface="Arial MT"/>
              </a:rPr>
              <a:t>API</a:t>
            </a:r>
            <a:r>
              <a:rPr sz="1250" spc="170">
                <a:solidFill>
                  <a:srgbClr val="DADADA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250">
                <a:solidFill>
                  <a:srgbClr val="D8D8D8"/>
                </a:solidFill>
                <a:latin typeface="Arial MT"/>
                <a:ea typeface="Arial MT"/>
                <a:cs typeface="Arial MT"/>
              </a:rPr>
              <a:t>ev</a:t>
            </a:r>
            <a:r>
              <a:rPr sz="1250" spc="-190">
                <a:solidFill>
                  <a:srgbClr val="D8D8D8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250">
                <a:solidFill>
                  <a:srgbClr val="DBDBDB"/>
                </a:solidFill>
                <a:latin typeface="Arial MT"/>
                <a:ea typeface="Arial MT"/>
                <a:cs typeface="Arial MT"/>
              </a:rPr>
              <a:t>alua</a:t>
            </a:r>
            <a:r>
              <a:rPr sz="1250" spc="-180">
                <a:solidFill>
                  <a:srgbClr val="DBDBDB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250">
                <a:solidFill>
                  <a:srgbClr val="D8D8D8"/>
                </a:solidFill>
                <a:latin typeface="Arial MT"/>
                <a:ea typeface="Arial MT"/>
                <a:cs typeface="Arial MT"/>
              </a:rPr>
              <a:t>tions</a:t>
            </a:r>
            <a:r>
              <a:rPr sz="1250" spc="120">
                <a:solidFill>
                  <a:srgbClr val="D8D8D8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250">
                <a:solidFill>
                  <a:srgbClr val="DADADA"/>
                </a:solidFill>
                <a:latin typeface="Arial MT"/>
                <a:ea typeface="Arial MT"/>
                <a:cs typeface="Arial MT"/>
              </a:rPr>
              <a:t>plus</a:t>
            </a:r>
            <a:r>
              <a:rPr sz="1250" spc="145">
                <a:solidFill>
                  <a:srgbClr val="DADADA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250" spc="55">
                <a:solidFill>
                  <a:srgbClr val="D8D8D8"/>
                </a:solidFill>
                <a:latin typeface="Arial MT"/>
                <a:ea typeface="Arial MT"/>
                <a:cs typeface="Arial MT"/>
              </a:rPr>
              <a:t>enterprise</a:t>
            </a:r>
            <a:r>
              <a:rPr sz="1250" spc="185">
                <a:solidFill>
                  <a:srgbClr val="D8D8D8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250">
                <a:solidFill>
                  <a:srgbClr val="DBDBDB"/>
                </a:solidFill>
                <a:latin typeface="Arial MT"/>
                <a:ea typeface="Arial MT"/>
                <a:cs typeface="Arial MT"/>
              </a:rPr>
              <a:t>licences</a:t>
            </a:r>
            <a:r>
              <a:rPr sz="1250" spc="290">
                <a:solidFill>
                  <a:srgbClr val="DBDBDB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250" spc="-300">
                <a:solidFill>
                  <a:srgbClr val="D3D3D3"/>
                </a:solidFill>
                <a:latin typeface="Arial MT"/>
                <a:ea typeface="Arial MT"/>
                <a:cs typeface="Arial MT"/>
              </a:rPr>
              <a:t>—</a:t>
            </a:r>
            <a:r>
              <a:rPr sz="1250" spc="195">
                <a:solidFill>
                  <a:srgbClr val="D3D3D3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250" spc="-25">
                <a:solidFill>
                  <a:srgbClr val="D8D8D8"/>
                </a:solidFill>
                <a:latin typeface="Arial MT"/>
                <a:ea typeface="Arial MT"/>
                <a:cs typeface="Arial MT"/>
              </a:rPr>
              <a:t>not</a:t>
            </a:r>
            <a:endParaRPr sz="1250">
              <a:latin typeface="Arial MT"/>
              <a:ea typeface="Arial MT"/>
              <a:cs typeface="Arial MT"/>
            </a:endParaRPr>
          </a:p>
        </p:txBody>
      </p:sp>
      <p:sp>
        <p:nvSpPr>
          <p:cNvPr id="29" name="object 29">
            <a:extLst xmlns:a="http://schemas.openxmlformats.org/drawingml/2006/main">
              <a:ext uri="{FF2B5EF4-FFF2-40B4-BE49-F238E27FC236}">
                <a16:creationId xmlns:a16="http://schemas.microsoft.com/office/drawing/2014/main" id="{032A5FF4-8680-4EAE-9630-E5EC0107C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8840" y="3892358"/>
            <a:ext cx="1336040" cy="2209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51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0"/>
              </a:spcBef>
              <a:buNone/>
            </a:pPr>
            <a:r>
              <a:rPr sz="1250">
                <a:solidFill>
                  <a:srgbClr val="DDDDDD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1250" spc="215">
                <a:solidFill>
                  <a:srgbClr val="DDDDD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250">
                <a:solidFill>
                  <a:srgbClr val="DBDBDB"/>
                </a:solidFill>
                <a:latin typeface="Arial MT"/>
                <a:ea typeface="Arial MT"/>
                <a:cs typeface="Arial MT"/>
              </a:rPr>
              <a:t>consumer</a:t>
            </a:r>
            <a:r>
              <a:rPr sz="1250" spc="360">
                <a:solidFill>
                  <a:srgbClr val="DBDBDB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250" spc="65">
                <a:solidFill>
                  <a:srgbClr val="D8D8D8"/>
                </a:solidFill>
                <a:latin typeface="Arial MT"/>
                <a:ea typeface="Arial MT"/>
                <a:cs typeface="Arial MT"/>
              </a:rPr>
              <a:t>app.</a:t>
            </a:r>
            <a:endParaRPr sz="1250">
              <a:latin typeface="Arial MT"/>
              <a:ea typeface="Arial MT"/>
              <a:cs typeface="Arial MT"/>
            </a:endParaRPr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639E92D7-8D75-4574-BE67-7F0B06E06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5180" y="4168285"/>
            <a:ext cx="498475" cy="0"/>
          </a:xfrm>
          <a:custGeom xmlns:a="http://schemas.openxmlformats.org/drawingml/2006/main">
            <a:rect l="l" t="t" r="r" b="b"/>
            <a:pathLst>
              <a:path w="498475" h="0">
                <a:moveTo>
                  <a:pt x="0" y="0"/>
                </a:moveTo>
                <a:lnTo>
                  <a:pt x="498414" y="0"/>
                </a:lnTo>
              </a:path>
            </a:pathLst>
          </a:custGeom>
          <a:ln xmlns:a="http://schemas.openxmlformats.org/drawingml/2006/main" w="12216">
            <a:solidFill>
              <a:srgbClr val="181C00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pic>
        <p:nvPicPr>
          <p:cNvPr id="73" name="objec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98b0af517f47a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35" y="4497245"/>
            <a:ext cx="20098864" cy="371716"/>
          </a:xfrm>
          <a:prstGeom xmlns:a="http://schemas.openxmlformats.org/drawingml/2006/main" prst="rect">
            <a:avLst/>
          </a:prstGeom>
        </p:spPr>
      </p:pic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D7750F7F-15C3-47B2-BF1D-65D7F546B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5" y="5057437"/>
            <a:ext cx="20093940" cy="115570"/>
          </a:xfrm>
          <a:custGeom xmlns:a="http://schemas.openxmlformats.org/drawingml/2006/main">
            <a:rect l="l" t="t" r="r" b="b"/>
            <a:pathLst>
              <a:path w="20093940" h="115570">
                <a:moveTo>
                  <a:pt x="20093629" y="115179"/>
                </a:moveTo>
                <a:lnTo>
                  <a:pt x="0" y="115179"/>
                </a:lnTo>
                <a:lnTo>
                  <a:pt x="0" y="0"/>
                </a:lnTo>
                <a:lnTo>
                  <a:pt x="20093629" y="0"/>
                </a:lnTo>
                <a:lnTo>
                  <a:pt x="20093629" y="115179"/>
                </a:lnTo>
                <a:close/>
              </a:path>
            </a:pathLst>
          </a:custGeom>
          <a:solidFill xmlns:a="http://schemas.openxmlformats.org/drawingml/2006/main">
            <a:srgbClr val="151515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31" name="object 31">
            <a:extLst xmlns:a="http://schemas.openxmlformats.org/drawingml/2006/main">
              <a:ext uri="{FF2B5EF4-FFF2-40B4-BE49-F238E27FC236}">
                <a16:creationId xmlns:a16="http://schemas.microsoft.com/office/drawing/2014/main" id="{B05E89D1-1EA3-42CD-A812-C60C20437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3516" y="5032521"/>
            <a:ext cx="1629410" cy="1720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950" spc="75">
                <a:solidFill>
                  <a:srgbClr val="A8A8A8"/>
                </a:solidFill>
                <a:latin typeface="Arial MT"/>
                <a:ea typeface="Arial MT"/>
                <a:cs typeface="Arial MT"/>
              </a:rPr>
              <a:t>cost</a:t>
            </a:r>
            <a:r>
              <a:rPr sz="950" spc="100">
                <a:solidFill>
                  <a:srgbClr val="A8A8A8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50" spc="90">
                <a:solidFill>
                  <a:srgbClr val="A8A8A8"/>
                </a:solidFill>
                <a:latin typeface="Arial MT"/>
                <a:ea typeface="Arial MT"/>
                <a:cs typeface="Arial MT"/>
              </a:rPr>
              <a:t>re</a:t>
            </a:r>
            <a:r>
              <a:rPr sz="950" spc="90">
                <a:solidFill>
                  <a:srgbClr val="AAAAAA"/>
                </a:solidFill>
                <a:latin typeface="Arial MT"/>
                <a:ea typeface="Arial MT"/>
                <a:cs typeface="Arial MT"/>
              </a:rPr>
              <a:t>duc</a:t>
            </a:r>
            <a:r>
              <a:rPr sz="950" spc="-120">
                <a:solidFill>
                  <a:srgbClr val="AAAAAA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50">
                <a:solidFill>
                  <a:srgbClr val="A8A8A8"/>
                </a:solidFill>
                <a:latin typeface="Arial MT"/>
                <a:ea typeface="Arial MT"/>
                <a:cs typeface="Arial MT"/>
              </a:rPr>
              <a:t>tio</a:t>
            </a:r>
            <a:r>
              <a:rPr sz="950" spc="-45">
                <a:solidFill>
                  <a:srgbClr val="A8A8A8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50" spc="60">
                <a:solidFill>
                  <a:srgbClr val="A8A8A8"/>
                </a:solidFill>
                <a:latin typeface="Arial MT"/>
                <a:ea typeface="Arial MT"/>
                <a:cs typeface="Arial MT"/>
              </a:rPr>
              <a:t>n</a:t>
            </a:r>
            <a:r>
              <a:rPr sz="950" spc="105">
                <a:solidFill>
                  <a:srgbClr val="A8A8A8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50">
                <a:solidFill>
                  <a:srgbClr val="A8A8A8"/>
                </a:solidFill>
                <a:latin typeface="Arial MT"/>
                <a:ea typeface="Arial MT"/>
                <a:cs typeface="Arial MT"/>
              </a:rPr>
              <a:t>vs</a:t>
            </a:r>
            <a:r>
              <a:rPr sz="950" spc="90">
                <a:solidFill>
                  <a:srgbClr val="A8A8A8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50" spc="-85">
                <a:solidFill>
                  <a:srgbClr val="AAAAAA"/>
                </a:solidFill>
                <a:latin typeface="Arial MT"/>
                <a:ea typeface="Arial MT"/>
                <a:cs typeface="Arial MT"/>
              </a:rPr>
              <a:t>S</a:t>
            </a:r>
            <a:r>
              <a:rPr sz="950" spc="-155">
                <a:solidFill>
                  <a:srgbClr val="AAAAAA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50" spc="-135">
                <a:solidFill>
                  <a:srgbClr val="A3A3A3"/>
                </a:solidFill>
                <a:latin typeface="Arial MT"/>
                <a:ea typeface="Arial MT"/>
                <a:cs typeface="Arial MT"/>
              </a:rPr>
              <a:t>8</a:t>
            </a:r>
            <a:r>
              <a:rPr sz="950" spc="-135">
                <a:solidFill>
                  <a:srgbClr val="AAAAAA"/>
                </a:solidFill>
                <a:latin typeface="Arial MT"/>
                <a:ea typeface="Arial MT"/>
                <a:cs typeface="Arial MT"/>
              </a:rPr>
              <a:t>O—</a:t>
            </a:r>
            <a:r>
              <a:rPr sz="950" spc="65">
                <a:solidFill>
                  <a:srgbClr val="AAAAAA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50" spc="-25">
                <a:solidFill>
                  <a:srgbClr val="A7A7A7"/>
                </a:solidFill>
                <a:latin typeface="Arial MT"/>
                <a:ea typeface="Arial MT"/>
                <a:cs typeface="Arial MT"/>
              </a:rPr>
              <a:t>Al</a:t>
            </a:r>
            <a:endParaRPr sz="950">
              <a:latin typeface="Arial MT"/>
              <a:ea typeface="Arial MT"/>
              <a:cs typeface="Arial MT"/>
            </a:endParaRPr>
          </a:p>
        </p:txBody>
      </p:sp>
      <p:sp>
        <p:nvSpPr>
          <p:cNvPr id="32" name="object 32">
            <a:extLst xmlns:a="http://schemas.openxmlformats.org/drawingml/2006/main">
              <a:ext uri="{FF2B5EF4-FFF2-40B4-BE49-F238E27FC236}">
                <a16:creationId xmlns:a16="http://schemas.microsoft.com/office/drawing/2014/main" id="{F2C05FDC-5424-485F-9BC7-6605629B1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23905" y="5032521"/>
            <a:ext cx="1096645" cy="1720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950">
                <a:solidFill>
                  <a:srgbClr val="AAAAAA"/>
                </a:solidFill>
                <a:latin typeface="Arial MT"/>
                <a:ea typeface="Arial MT"/>
                <a:cs typeface="Arial MT"/>
              </a:rPr>
              <a:t>O </a:t>
            </a:r>
            <a:r>
              <a:rPr sz="950">
                <a:solidFill>
                  <a:srgbClr val="A8A8A8"/>
                </a:solidFill>
                <a:latin typeface="Arial MT"/>
                <a:ea typeface="Arial MT"/>
                <a:cs typeface="Arial MT"/>
              </a:rPr>
              <a:t>man</a:t>
            </a:r>
            <a:r>
              <a:rPr sz="950" spc="285">
                <a:solidFill>
                  <a:srgbClr val="A8A8A8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50">
                <a:solidFill>
                  <a:srgbClr val="AAAAAA"/>
                </a:solidFill>
                <a:latin typeface="Arial MT"/>
                <a:ea typeface="Arial MT"/>
                <a:cs typeface="Arial MT"/>
              </a:rPr>
              <a:t>uaI</a:t>
            </a:r>
            <a:r>
              <a:rPr sz="950" spc="5">
                <a:solidFill>
                  <a:srgbClr val="AAAAAA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50" spc="90">
                <a:solidFill>
                  <a:srgbClr val="AAAAAA"/>
                </a:solidFill>
                <a:latin typeface="Arial MT"/>
                <a:ea typeface="Arial MT"/>
                <a:cs typeface="Arial MT"/>
              </a:rPr>
              <a:t>review</a:t>
            </a:r>
            <a:endParaRPr sz="950">
              <a:latin typeface="Arial MT"/>
              <a:ea typeface="Arial MT"/>
              <a:cs typeface="Arial MT"/>
            </a:endParaRPr>
          </a:p>
        </p:txBody>
      </p:sp>
      <p:pic>
        <p:nvPicPr>
          <p:cNvPr id="77" name="object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89f74602ac4c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9088424" y="10764070"/>
            <a:ext cx="403129" cy="89002"/>
          </a:xfrm>
          <a:prstGeom xmlns:a="http://schemas.openxmlformats.org/drawingml/2006/main" prst="rect">
            <a:avLst/>
          </a:prstGeom>
        </p:spPr>
      </p:pic>
      <p:sp>
        <p:nvSpPr>
          <p:cNvPr id="35" name="object 35">
            <a:extLst xmlns:a="http://schemas.openxmlformats.org/drawingml/2006/main">
              <a:ext uri="{FF2B5EF4-FFF2-40B4-BE49-F238E27FC236}">
                <a16:creationId xmlns:a16="http://schemas.microsoft.com/office/drawing/2014/main" id="{FD9A2C3F-667D-47C4-93AD-7426DAFFA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35" y="10758834"/>
            <a:ext cx="20093940" cy="94615"/>
          </a:xfrm>
          <a:custGeom xmlns:a="http://schemas.openxmlformats.org/drawingml/2006/main">
            <a:rect l="l" t="t" r="r" b="b"/>
            <a:pathLst>
              <a:path w="20093940" h="94615">
                <a:moveTo>
                  <a:pt x="20093629" y="94237"/>
                </a:moveTo>
                <a:lnTo>
                  <a:pt x="0" y="94237"/>
                </a:lnTo>
                <a:lnTo>
                  <a:pt x="0" y="0"/>
                </a:lnTo>
                <a:lnTo>
                  <a:pt x="20093629" y="0"/>
                </a:lnTo>
                <a:lnTo>
                  <a:pt x="20093629" y="94237"/>
                </a:lnTo>
                <a:close/>
              </a:path>
            </a:pathLst>
          </a:custGeom>
          <a:solidFill xmlns:a="http://schemas.openxmlformats.org/drawingml/2006/main">
            <a:srgbClr val="1C1C1C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A6C15C3F-7C36-4EA4-939F-CF189F1A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684" y="10723011"/>
            <a:ext cx="2235835" cy="1536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143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90"/>
              </a:spcBef>
              <a:buNone/>
              <a:tabLst>
                <a:tab pos="1183005" algn="l"/>
              </a:tabLst>
            </a:pPr>
            <a:r>
              <a:rPr sz="850" spc="-70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E</a:t>
            </a:r>
            <a:r>
              <a:rPr sz="850" spc="-80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N</a:t>
            </a:r>
            <a:r>
              <a:rPr sz="850" spc="-60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>
                <a:solidFill>
                  <a:srgbClr val="A8A8A8"/>
                </a:solidFill>
                <a:latin typeface="Arial MT"/>
                <a:ea typeface="Arial MT"/>
                <a:cs typeface="Arial MT"/>
              </a:rPr>
              <a:t>V</a:t>
            </a:r>
            <a:r>
              <a:rPr sz="850" spc="-35">
                <a:solidFill>
                  <a:srgbClr val="A8A8A8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 spc="-70">
                <a:solidFill>
                  <a:srgbClr val="A7A7A7"/>
                </a:solidFill>
                <a:latin typeface="Arial MT"/>
                <a:ea typeface="Arial MT"/>
                <a:cs typeface="Arial MT"/>
              </a:rPr>
              <a:t>E</a:t>
            </a:r>
            <a:r>
              <a:rPr sz="850" spc="-125">
                <a:solidFill>
                  <a:srgbClr val="A7A7A7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R</a:t>
            </a:r>
            <a:r>
              <a:rPr sz="850" spc="275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850" spc="10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I</a:t>
            </a:r>
            <a:r>
              <a:rPr sz="850" spc="204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 spc="-10">
                <a:solidFill>
                  <a:srgbClr val="A3A3A3"/>
                </a:solidFill>
                <a:latin typeface="Arial MT"/>
                <a:ea typeface="Arial MT"/>
                <a:cs typeface="Arial MT"/>
              </a:rPr>
              <a:t>T</a:t>
            </a:r>
            <a:r>
              <a:rPr sz="850" spc="-70">
                <a:solidFill>
                  <a:srgbClr val="A3A3A3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 spc="-70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E</a:t>
            </a:r>
            <a:r>
              <a:rPr sz="850" spc="-100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>
                <a:solidFill>
                  <a:srgbClr val="A7A7A7"/>
                </a:solidFill>
                <a:latin typeface="Arial MT"/>
                <a:ea typeface="Arial MT"/>
                <a:cs typeface="Arial MT"/>
              </a:rPr>
              <a:t>C</a:t>
            </a:r>
            <a:r>
              <a:rPr sz="850" spc="-50">
                <a:solidFill>
                  <a:srgbClr val="A7A7A7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 spc="-50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H</a:t>
            </a:r>
            <a:r>
              <a:rPr sz="850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	C</a:t>
            </a:r>
            <a:r>
              <a:rPr sz="850" spc="-15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O</a:t>
            </a:r>
            <a:r>
              <a:rPr sz="850" spc="-45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N</a:t>
            </a:r>
            <a:r>
              <a:rPr sz="850" spc="-40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 spc="-75">
                <a:solidFill>
                  <a:srgbClr val="A3A3A3"/>
                </a:solidFill>
                <a:latin typeface="Arial MT"/>
                <a:ea typeface="Arial MT"/>
                <a:cs typeface="Arial MT"/>
              </a:rPr>
              <a:t>F</a:t>
            </a:r>
            <a:r>
              <a:rPr sz="850" spc="-85">
                <a:solidFill>
                  <a:srgbClr val="A3A3A3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>
                <a:solidFill>
                  <a:srgbClr val="A3A3A3"/>
                </a:solidFill>
                <a:latin typeface="Arial MT"/>
                <a:ea typeface="Arial MT"/>
                <a:cs typeface="Arial MT"/>
              </a:rPr>
              <a:t>I</a:t>
            </a:r>
            <a:r>
              <a:rPr sz="850" spc="-50">
                <a:solidFill>
                  <a:srgbClr val="A3A3A3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>
                <a:solidFill>
                  <a:srgbClr val="AAAAAA"/>
                </a:solidFill>
                <a:latin typeface="Arial MT"/>
                <a:ea typeface="Arial MT"/>
                <a:cs typeface="Arial MT"/>
              </a:rPr>
              <a:t>D</a:t>
            </a:r>
            <a:r>
              <a:rPr sz="850" spc="-95">
                <a:solidFill>
                  <a:srgbClr val="AAAAAA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 spc="-70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E</a:t>
            </a:r>
            <a:r>
              <a:rPr sz="850" spc="-80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N</a:t>
            </a:r>
            <a:r>
              <a:rPr sz="850" spc="-70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T</a:t>
            </a:r>
            <a:r>
              <a:rPr sz="850" spc="-40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>
                <a:solidFill>
                  <a:srgbClr val="A3A3A3"/>
                </a:solidFill>
                <a:latin typeface="Arial MT"/>
                <a:ea typeface="Arial MT"/>
                <a:cs typeface="Arial MT"/>
              </a:rPr>
              <a:t>I</a:t>
            </a:r>
            <a:r>
              <a:rPr sz="850" spc="-25">
                <a:solidFill>
                  <a:srgbClr val="A3A3A3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850" spc="5">
                <a:solidFill>
                  <a:srgbClr val="A5A5A5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 spc="-50">
                <a:solidFill>
                  <a:srgbClr val="AAAAAA"/>
                </a:solidFill>
                <a:latin typeface="Arial MT"/>
                <a:ea typeface="Arial MT"/>
                <a:cs typeface="Arial MT"/>
              </a:rPr>
              <a:t>L</a:t>
            </a:r>
            <a:endParaRPr sz="850">
              <a:latin typeface="Arial MT"/>
              <a:ea typeface="Arial MT"/>
              <a:cs typeface="Arial MT"/>
            </a:endParaRP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5B69B4B-AF0F-49B5-899A-E96936718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52425"/>
            <a:ext cx="24765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11"/>
          </a:solidFill>
          <a:ln xmlns:a="http://schemas.openxmlformats.org/drawingml/2006/main" w="0">
            <a:noFill/>
          </a:ln>
        </p:spPr>
      </p:sp>
      <p:pic>
        <p:nvPicPr>
          <p:cNvPr id="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78d091cbea424d"/>
          <a:srcRect xmlns:a="http://schemas.openxmlformats.org/drawingml/2006/main" l="314" t="0" r="31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2925" y="428625"/>
            <a:ext cx="361950" cy="361950"/>
          </a:xfrm>
          <a:prstGeom xmlns:a="http://schemas.openxmlformats.org/drawingml/2006/main" prst="ellipse">
            <a:avLst/>
          </a:prstGeom>
        </p:spPr>
      </p:pic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FB753B6-CAE8-4F79-B8AD-6F3FFC706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6725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 spc="2">
                <a:solidFill>
                  <a:srgbClr val="C6A448"/>
                </a:solidFill>
                <a:latin typeface="Arial"/>
                <a:ea typeface="Arial"/>
                <a:cs typeface="Arial"/>
              </a:defRPr>
            </a:pPr>
            <a:r>
              <a:rPr sz="900" b="1" spc="2">
                <a:solidFill>
                  <a:srgbClr val="C6A448"/>
                </a:solidFill>
                <a:latin typeface="Arial"/>
                <a:ea typeface="Arial"/>
                <a:cs typeface="Arial"/>
              </a:rPr>
              <a:t>ENVER AI TECH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9A521E5-9B29-4E81-B077-F433C70FF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647700"/>
            <a:ext cx="14763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3103"/>
          </a:bodyPr>
          <a:lstStyle xmlns:a="http://schemas.openxmlformats.org/drawingml/2006/main"/>
          <a:p xmlns:a="http://schemas.openxmlformats.org/drawingml/2006/main">
            <a:pPr>
              <a:defRPr sz="638" spc="1">
                <a:solidFill>
                  <a:srgbClr val="A3B2A8"/>
                </a:solidFill>
                <a:latin typeface="Arial"/>
                <a:ea typeface="Arial"/>
                <a:cs typeface="Arial"/>
              </a:defRPr>
            </a:pPr>
            <a:r>
              <a:rPr sz="638" spc="1">
                <a:solidFill>
                  <a:srgbClr val="A3B2A8"/>
                </a:solidFill>
                <a:latin typeface="Arial"/>
                <a:ea typeface="Arial"/>
                <a:cs typeface="Arial"/>
              </a:rPr>
              <a:t>ARTIFICER MVP</a:t>
            </a:r>
          </a:p>
        </p:txBody>
      </p:sp>
    </p:spTree>
    <p:extLst>
      <p:ext uri="{BB962C8B-B14F-4D97-AF65-F5344CB8AC3E}">
        <p14:creationId xmlns:p14="http://schemas.microsoft.com/office/powerpoint/2010/main" val="735450019"/>
      </p:ext>
    </p:extLst>
  </p:cSld>
</p:sld>
</file>

<file path=ppt/slides/slide11.xml><?xml version="1.0" encoding="utf-8"?>
<p:sld xmlns:p="http://schemas.openxmlformats.org/presentationml/2006/main" showMasterSp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object 3">
            <a:extLst xmlns:a="http://schemas.openxmlformats.org/drawingml/2006/main">
              <a:ext uri="{FF2B5EF4-FFF2-40B4-BE49-F238E27FC236}">
                <a16:creationId xmlns:a16="http://schemas.microsoft.com/office/drawing/2014/main" id="{BF286974-D844-42F0-A334-20D0809AD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840" y="1272212"/>
            <a:ext cx="838200" cy="377190"/>
          </a:xfrm>
          <a:custGeom xmlns:a="http://schemas.openxmlformats.org/drawingml/2006/main">
            <a:rect l="l" t="t" r="r" b="b"/>
            <a:pathLst>
              <a:path w="838200" h="377189">
                <a:moveTo>
                  <a:pt x="837670" y="376951"/>
                </a:moveTo>
                <a:lnTo>
                  <a:pt x="0" y="376951"/>
                </a:lnTo>
                <a:lnTo>
                  <a:pt x="0" y="0"/>
                </a:lnTo>
                <a:lnTo>
                  <a:pt x="837670" y="0"/>
                </a:lnTo>
                <a:lnTo>
                  <a:pt x="837670" y="376951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4" name="object 4">
            <a:extLst xmlns:a="http://schemas.openxmlformats.org/drawingml/2006/main">
              <a:ext uri="{FF2B5EF4-FFF2-40B4-BE49-F238E27FC236}">
                <a16:creationId xmlns:a16="http://schemas.microsoft.com/office/drawing/2014/main" id="{1F0C2C74-14A6-42EE-8501-584A9CE9F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984" y="1287918"/>
            <a:ext cx="1089025" cy="356235"/>
          </a:xfrm>
          <a:custGeom xmlns:a="http://schemas.openxmlformats.org/drawingml/2006/main">
            <a:rect l="l" t="t" r="r" b="b"/>
            <a:pathLst>
              <a:path w="1089025" h="356235">
                <a:moveTo>
                  <a:pt x="1088971" y="356010"/>
                </a:moveTo>
                <a:lnTo>
                  <a:pt x="0" y="356010"/>
                </a:lnTo>
                <a:lnTo>
                  <a:pt x="0" y="0"/>
                </a:lnTo>
                <a:lnTo>
                  <a:pt x="1088971" y="0"/>
                </a:lnTo>
                <a:lnTo>
                  <a:pt x="1088971" y="356010"/>
                </a:lnTo>
                <a:close/>
              </a:path>
            </a:pathLst>
          </a:custGeom>
          <a:solidFill xmlns:a="http://schemas.openxmlformats.org/drawingml/2006/main">
            <a:srgbClr val="0F0F0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840DD47A-39B1-471A-AF89-0A540740F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148" y="1091542"/>
            <a:ext cx="2073275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33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5"/>
              </a:spcBef>
              <a:buNone/>
            </a:pPr>
            <a:r>
              <a:rPr sz="4200" spc="-55">
                <a:solidFill>
                  <a:srgbClr val="F2F2F2"/>
                </a:solidFill>
                <a:latin typeface="Cambria"/>
                <a:ea typeface="Cambria"/>
                <a:cs typeface="Cambria"/>
              </a:rPr>
              <a:t>The</a:t>
            </a:r>
            <a:r>
              <a:rPr sz="4200" spc="-355">
                <a:solidFill>
                  <a:srgbClr val="F2F2F2"/>
                </a:solidFill>
                <a:latin typeface="Cambria"/>
                <a:ea typeface="Cambria"/>
                <a:cs typeface="Cambria"/>
              </a:rPr>
              <a:t> </a:t>
            </a:r>
            <a:r>
              <a:rPr sz="4050" spc="210">
                <a:solidFill>
                  <a:srgbClr val="EDEDED"/>
                </a:solidFill>
                <a:latin typeface="Cambria"/>
                <a:ea typeface="Cambria"/>
                <a:cs typeface="Cambria"/>
              </a:rPr>
              <a:t>MVP</a:t>
            </a:r>
            <a:endParaRPr sz="4050">
              <a:latin typeface="Cambria"/>
              <a:ea typeface="Cambria"/>
              <a:cs typeface="Cambria"/>
            </a:endParaRPr>
          </a:p>
        </p:txBody>
      </p:sp>
      <p:pic>
        <p:nvPicPr>
          <p:cNvPr id="23" name="objec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5752db770549a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38136" y="1272212"/>
            <a:ext cx="1617751" cy="497367"/>
          </a:xfrm>
          <a:prstGeom xmlns:a="http://schemas.openxmlformats.org/drawingml/2006/main" prst="rect">
            <a:avLst/>
          </a:prstGeom>
        </p:spPr>
      </p:pic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367A803A-3884-43BE-9A3B-7185B9ADD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361" y="1403098"/>
            <a:ext cx="989965" cy="246379"/>
          </a:xfrm>
          <a:custGeom xmlns:a="http://schemas.openxmlformats.org/drawingml/2006/main">
            <a:rect l="l" t="t" r="r" b="b"/>
            <a:pathLst>
              <a:path w="989964" h="246380">
                <a:moveTo>
                  <a:pt x="989498" y="246065"/>
                </a:moveTo>
                <a:lnTo>
                  <a:pt x="0" y="246065"/>
                </a:lnTo>
                <a:lnTo>
                  <a:pt x="0" y="0"/>
                </a:lnTo>
                <a:lnTo>
                  <a:pt x="989498" y="0"/>
                </a:lnTo>
                <a:lnTo>
                  <a:pt x="989498" y="24606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712A2C85-EED0-4E3E-94C2-BA0ABFF99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5275" y="1403098"/>
            <a:ext cx="544830" cy="246379"/>
          </a:xfrm>
          <a:custGeom xmlns:a="http://schemas.openxmlformats.org/drawingml/2006/main">
            <a:rect l="l" t="t" r="r" b="b"/>
            <a:pathLst>
              <a:path w="544829" h="246380">
                <a:moveTo>
                  <a:pt x="544485" y="246065"/>
                </a:moveTo>
                <a:lnTo>
                  <a:pt x="0" y="246065"/>
                </a:lnTo>
                <a:lnTo>
                  <a:pt x="0" y="0"/>
                </a:lnTo>
                <a:lnTo>
                  <a:pt x="544485" y="0"/>
                </a:lnTo>
                <a:lnTo>
                  <a:pt x="544485" y="24606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C5BAEFE7-89AC-48C9-8851-3CA4F9286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3999" y="1287918"/>
            <a:ext cx="1508125" cy="361315"/>
          </a:xfrm>
          <a:custGeom xmlns:a="http://schemas.openxmlformats.org/drawingml/2006/main">
            <a:rect l="l" t="t" r="r" b="b"/>
            <a:pathLst>
              <a:path w="1508125" h="361314">
                <a:moveTo>
                  <a:pt x="1507807" y="361245"/>
                </a:moveTo>
                <a:lnTo>
                  <a:pt x="0" y="361245"/>
                </a:lnTo>
                <a:lnTo>
                  <a:pt x="0" y="0"/>
                </a:lnTo>
                <a:lnTo>
                  <a:pt x="1507807" y="0"/>
                </a:lnTo>
                <a:lnTo>
                  <a:pt x="1507807" y="36124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CCF46651-41FB-4863-80E5-14E9174354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422237" y="1096777"/>
            <a:ext cx="3295015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33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5"/>
              </a:spcBef>
              <a:buNone/>
            </a:pPr>
            <a:r>
              <a:rPr sz="3950" spc="50">
                <a:solidFill>
                  <a:srgbClr val="F2F2F2"/>
                </a:solidFill>
                <a:latin typeface="Cambria"/>
                <a:ea typeface="Cambria"/>
                <a:cs typeface="Cambria"/>
              </a:rPr>
              <a:t>runs</a:t>
            </a:r>
            <a:r>
              <a:rPr sz="3950" spc="-229">
                <a:solidFill>
                  <a:srgbClr val="F2F2F2"/>
                </a:solidFill>
                <a:latin typeface="Cambria"/>
                <a:ea typeface="Cambria"/>
                <a:cs typeface="Cambria"/>
              </a:rPr>
              <a:t> </a:t>
            </a:r>
            <a:r>
              <a:rPr sz="4200" spc="-160">
                <a:solidFill>
                  <a:srgbClr val="EBEBEB"/>
                </a:solidFill>
                <a:latin typeface="Courier New"/>
                <a:ea typeface="Courier New"/>
                <a:cs typeface="Courier New"/>
              </a:rPr>
              <a:t>on</a:t>
            </a:r>
            <a:r>
              <a:rPr sz="4200" spc="-1975">
                <a:solidFill>
                  <a:srgbClr val="EBEBEB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4000" spc="-25">
                <a:latin typeface="Cambria"/>
                <a:ea typeface="Cambria"/>
                <a:cs typeface="Cambria"/>
              </a:rPr>
              <a:t>Vertex.</a:t>
            </a:r>
            <a:endParaRPr sz="4000">
              <a:latin typeface="Cambria"/>
              <a:ea typeface="Cambria"/>
              <a:cs typeface="Cambria"/>
            </a:endParaRP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11638B-75CB-421D-BC4B-C5DC1D3A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52425"/>
            <a:ext cx="24765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11"/>
          </a:solidFill>
          <a:ln xmlns:a="http://schemas.openxmlformats.org/drawingml/2006/main" w="0">
            <a:noFill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f3f765889b4e63"/>
          <a:srcRect xmlns:a="http://schemas.openxmlformats.org/drawingml/2006/main" l="314" t="0" r="31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2925" y="428625"/>
            <a:ext cx="361950" cy="361950"/>
          </a:xfrm>
          <a:prstGeom xmlns:a="http://schemas.openxmlformats.org/drawingml/2006/main" prst="ellipse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7678F1-28B4-4F05-BD0B-656E2699D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6725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 spc="2">
                <a:solidFill>
                  <a:srgbClr val="C6A448"/>
                </a:solidFill>
                <a:latin typeface="Arial"/>
                <a:ea typeface="Arial"/>
                <a:cs typeface="Arial"/>
              </a:defRPr>
            </a:pPr>
            <a:r>
              <a:rPr sz="900" b="1" spc="2">
                <a:solidFill>
                  <a:srgbClr val="C6A448"/>
                </a:solidFill>
                <a:latin typeface="Arial"/>
                <a:ea typeface="Arial"/>
                <a:cs typeface="Arial"/>
              </a:rPr>
              <a:t>ENVER AI TECH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89E4EB-6630-49ED-830C-FBDA087E9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647700"/>
            <a:ext cx="14763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3103"/>
          </a:bodyPr>
          <a:lstStyle xmlns:a="http://schemas.openxmlformats.org/drawingml/2006/main"/>
          <a:p xmlns:a="http://schemas.openxmlformats.org/drawingml/2006/main">
            <a:pPr>
              <a:defRPr sz="638" spc="1">
                <a:solidFill>
                  <a:srgbClr val="A3B2A8"/>
                </a:solidFill>
                <a:latin typeface="Arial"/>
                <a:ea typeface="Arial"/>
                <a:cs typeface="Arial"/>
              </a:defRPr>
            </a:pPr>
            <a:r>
              <a:rPr sz="638" spc="1">
                <a:solidFill>
                  <a:srgbClr val="A3B2A8"/>
                </a:solidFill>
                <a:latin typeface="Arial"/>
                <a:ea typeface="Arial"/>
                <a:cs typeface="Arial"/>
              </a:rPr>
              <a:t>ARTIFICER MVP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F3321D-BB7A-44C2-B913-57EA2E1FA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33450"/>
            <a:ext cx="191928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1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3DE89F-EC39-475C-B46B-76B585BB1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352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210"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3EEE2"/>
                </a:solidFill>
                <a:latin typeface="Cambria"/>
                <a:ea typeface="Cambria"/>
                <a:cs typeface="Cambria"/>
              </a:defRPr>
            </a:pPr>
            <a:r>
              <a:rPr sz="4050" b="1">
                <a:solidFill>
                  <a:srgbClr val="F3EEE2"/>
                </a:solidFill>
                <a:latin typeface="Cambria"/>
                <a:ea typeface="Cambria"/>
                <a:cs typeface="Cambria"/>
              </a:rPr>
              <a:t>The MVP already runs on Google Cloud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BEF649-0374-4502-9D80-4305B4435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523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A448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EF8EEC-3019-4F9A-8CBC-3C9B7F250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05375"/>
            <a:ext cx="18478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11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174DD8-3C15-4E2D-A6AB-0B3C5D4D2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38725"/>
            <a:ext cx="1714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A3B2A8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A3B2A8"/>
                </a:solidFill>
                <a:latin typeface="Arial"/>
                <a:ea typeface="Arial"/>
                <a:cs typeface="Arial"/>
              </a:rPr>
              <a:t>Enver already runs in its own Google Cloud organisation. This room helps move an existing Google-native MVP into live lender pilots.</a:t>
            </a:r>
          </a:p>
        </p:txBody>
      </p:sp>
    </p:spTree>
    <p:extLst>
      <p:ext uri="{BB962C8B-B14F-4D97-AF65-F5344CB8AC3E}">
        <p14:creationId xmlns:p14="http://schemas.microsoft.com/office/powerpoint/2010/main" val="1583669755"/>
      </p:ext>
    </p:extLst>
  </p:cSld>
</p:sld>
</file>

<file path=ppt/slides/slide12.xml><?xml version="1.0" encoding="utf-8"?>
<p:sld xmlns:p="http://schemas.openxmlformats.org/presentationml/2006/main" showMasterSp="0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5" name="object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2b07d9afd340a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81134" y="476425"/>
            <a:ext cx="162298" cy="267007"/>
          </a:xfrm>
          <a:prstGeom xmlns:a="http://schemas.openxmlformats.org/drawingml/2006/main" prst="rect">
            <a:avLst/>
          </a:prstGeom>
        </p:spPr>
      </p:pic>
      <p:pic>
        <p:nvPicPr>
          <p:cNvPr id="76" name="object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06c059e0ce40a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81134" y="476425"/>
            <a:ext cx="162298" cy="267007"/>
          </a:xfrm>
          <a:prstGeom xmlns:a="http://schemas.openxmlformats.org/drawingml/2006/main" prst="rect">
            <a:avLst/>
          </a:prstGeom>
        </p:spPr>
      </p:pic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5B01BE3B-AFD7-4761-96FF-0E43FD5A3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075" y="1266977"/>
            <a:ext cx="1670685" cy="387985"/>
          </a:xfrm>
          <a:custGeom xmlns:a="http://schemas.openxmlformats.org/drawingml/2006/main">
            <a:rect l="l" t="t" r="r" b="b"/>
            <a:pathLst>
              <a:path w="1670685" h="387985">
                <a:moveTo>
                  <a:pt x="1670105" y="387422"/>
                </a:moveTo>
                <a:lnTo>
                  <a:pt x="0" y="387422"/>
                </a:lnTo>
                <a:lnTo>
                  <a:pt x="0" y="0"/>
                </a:lnTo>
                <a:lnTo>
                  <a:pt x="1670105" y="0"/>
                </a:lnTo>
                <a:lnTo>
                  <a:pt x="1670105" y="387422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AB9E9BF4-CC9A-421D-85A1-3C806499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737" y="1117137"/>
            <a:ext cx="1722755" cy="6426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95"/>
              </a:spcBef>
              <a:buNone/>
            </a:pPr>
            <a:r>
              <a:rPr sz="4050" spc="-10">
                <a:solidFill>
                  <a:srgbClr val="EFEFEF"/>
                </a:solidFill>
                <a:latin typeface="Cambria"/>
                <a:ea typeface="Cambria"/>
                <a:cs typeface="Cambria"/>
              </a:rPr>
              <a:t>Credits.</a:t>
            </a:r>
            <a:endParaRPr sz="4050">
              <a:latin typeface="Cambria"/>
              <a:ea typeface="Cambria"/>
              <a:cs typeface="Cambria"/>
            </a:endParaRPr>
          </a:p>
        </p:txBody>
      </p:sp>
      <p:pic>
        <p:nvPicPr>
          <p:cNvPr id="79" name="objec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09318d462448d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82126" y="1287918"/>
            <a:ext cx="340303" cy="361245"/>
          </a:xfrm>
          <a:prstGeom xmlns:a="http://schemas.openxmlformats.org/drawingml/2006/main" prst="rect">
            <a:avLst/>
          </a:prstGeom>
        </p:spPr>
      </p:pic>
      <p:sp>
        <p:nvSpPr>
          <p:cNvPr id="19" name="object 19">
            <a:extLst xmlns:a="http://schemas.openxmlformats.org/drawingml/2006/main">
              <a:ext uri="{FF2B5EF4-FFF2-40B4-BE49-F238E27FC236}">
                <a16:creationId xmlns:a16="http://schemas.microsoft.com/office/drawing/2014/main" id="{7EB511F9-9D62-4D25-8697-B8CC1A72C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2374" y="1350744"/>
            <a:ext cx="953135" cy="298450"/>
          </a:xfrm>
          <a:custGeom xmlns:a="http://schemas.openxmlformats.org/drawingml/2006/main">
            <a:rect l="l" t="t" r="r" b="b"/>
            <a:pathLst>
              <a:path w="953135" h="298450">
                <a:moveTo>
                  <a:pt x="952850" y="298420"/>
                </a:moveTo>
                <a:lnTo>
                  <a:pt x="0" y="298420"/>
                </a:lnTo>
                <a:lnTo>
                  <a:pt x="0" y="0"/>
                </a:lnTo>
                <a:lnTo>
                  <a:pt x="952850" y="0"/>
                </a:lnTo>
                <a:lnTo>
                  <a:pt x="952850" y="29842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8F0082A0-13E0-4540-AE87-5F86420E9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640" y="1287918"/>
            <a:ext cx="617855" cy="361315"/>
          </a:xfrm>
          <a:custGeom xmlns:a="http://schemas.openxmlformats.org/drawingml/2006/main">
            <a:rect l="l" t="t" r="r" b="b"/>
            <a:pathLst>
              <a:path w="617854" h="361314">
                <a:moveTo>
                  <a:pt x="617782" y="361245"/>
                </a:moveTo>
                <a:lnTo>
                  <a:pt x="0" y="361245"/>
                </a:lnTo>
                <a:lnTo>
                  <a:pt x="0" y="0"/>
                </a:lnTo>
                <a:lnTo>
                  <a:pt x="617782" y="0"/>
                </a:lnTo>
                <a:lnTo>
                  <a:pt x="617782" y="3612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B2D49BAF-A2BA-4F6B-B4FF-CC35DC6C32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802478" y="1076417"/>
            <a:ext cx="1761489" cy="6915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4604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4"/>
              </a:spcBef>
              <a:buNone/>
            </a:pPr>
            <a:r>
              <a:rPr sz="3850">
                <a:solidFill>
                  <a:srgbClr val="EFEFEF"/>
                </a:solidFill>
                <a:latin typeface="Cambria"/>
                <a:ea typeface="Cambria"/>
                <a:cs typeface="Cambria"/>
              </a:rPr>
              <a:t>seat.</a:t>
            </a:r>
            <a:r>
              <a:rPr sz="3850" spc="150">
                <a:solidFill>
                  <a:srgbClr val="EFEFEF"/>
                </a:solidFill>
                <a:latin typeface="Cambria"/>
                <a:ea typeface="Cambria"/>
                <a:cs typeface="Cambria"/>
              </a:rPr>
              <a:t> </a:t>
            </a:r>
            <a:r>
              <a:rPr sz="4350" spc="-25">
                <a:solidFill>
                  <a:srgbClr val="EFEFEF"/>
                </a:solidFill>
                <a:latin typeface="Courier New"/>
                <a:ea typeface="Courier New"/>
                <a:cs typeface="Courier New"/>
              </a:rPr>
              <a:t>No</a:t>
            </a:r>
            <a:endParaRPr sz="4350">
              <a:latin typeface="Courier New"/>
              <a:ea typeface="Courier New"/>
              <a:cs typeface="Courier New"/>
            </a:endParaRPr>
          </a:p>
        </p:txBody>
      </p:sp>
      <p:pic>
        <p:nvPicPr>
          <p:cNvPr id="83" name="object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f0e414d3c54ac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33366" y="1293154"/>
            <a:ext cx="1439746" cy="476425"/>
          </a:xfrm>
          <a:prstGeom xmlns:a="http://schemas.openxmlformats.org/drawingml/2006/main" prst="rect">
            <a:avLst/>
          </a:prstGeom>
        </p:spPr>
      </p:pic>
      <p:pic>
        <p:nvPicPr>
          <p:cNvPr id="84" name="object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d2ac4837074c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942379" y="3575807"/>
            <a:ext cx="853377" cy="246065"/>
          </a:xfrm>
          <a:prstGeom xmlns:a="http://schemas.openxmlformats.org/drawingml/2006/main" prst="rect">
            <a:avLst/>
          </a:prstGeom>
        </p:spPr>
      </p:pic>
      <p:pic>
        <p:nvPicPr>
          <p:cNvPr id="85" name="object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58558aa15c45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942379" y="3575807"/>
            <a:ext cx="853377" cy="246065"/>
          </a:xfrm>
          <a:prstGeom xmlns:a="http://schemas.openxmlformats.org/drawingml/2006/main" prst="rect">
            <a:avLst/>
          </a:prstGeom>
        </p:spPr>
      </p:pic>
      <p:sp>
        <p:nvSpPr>
          <p:cNvPr id="20" name="object 20">
            <a:extLst xmlns:a="http://schemas.openxmlformats.org/drawingml/2006/main">
              <a:ext uri="{FF2B5EF4-FFF2-40B4-BE49-F238E27FC236}">
                <a16:creationId xmlns:a16="http://schemas.microsoft.com/office/drawing/2014/main" id="{F366240B-03E3-442D-8CC8-8B704608B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288" y="3575807"/>
            <a:ext cx="989965" cy="236220"/>
          </a:xfrm>
          <a:custGeom xmlns:a="http://schemas.openxmlformats.org/drawingml/2006/main">
            <a:rect l="l" t="t" r="r" b="b"/>
            <a:pathLst>
              <a:path w="989964" h="236220">
                <a:moveTo>
                  <a:pt x="989498" y="235594"/>
                </a:moveTo>
                <a:lnTo>
                  <a:pt x="0" y="235594"/>
                </a:lnTo>
                <a:lnTo>
                  <a:pt x="0" y="0"/>
                </a:lnTo>
                <a:lnTo>
                  <a:pt x="989498" y="0"/>
                </a:lnTo>
                <a:lnTo>
                  <a:pt x="989498" y="235594"/>
                </a:lnTo>
                <a:close/>
              </a:path>
            </a:pathLst>
          </a:custGeom>
          <a:solidFill xmlns:a="http://schemas.openxmlformats.org/drawingml/2006/main">
            <a:srgbClr val="163128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680A8D9C-1E23-4C31-BA26-BD6F6D900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5931" y="3488066"/>
            <a:ext cx="1030605" cy="3924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33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5"/>
              </a:spcBef>
              <a:buNone/>
            </a:pPr>
            <a:r>
              <a:rPr sz="2400" spc="105">
                <a:solidFill>
                  <a:srgbClr val="D8D1AE"/>
                </a:solidFill>
                <a:latin typeface="Cambria"/>
                <a:ea typeface="Cambria"/>
                <a:cs typeface="Cambria"/>
              </a:rPr>
              <a:t>credits</a:t>
            </a:r>
            <a:endParaRPr sz="2400">
              <a:latin typeface="Cambria"/>
              <a:ea typeface="Cambria"/>
              <a:cs typeface="Cambria"/>
            </a:endParaRPr>
          </a:p>
        </p:txBody>
      </p:sp>
      <p:pic>
        <p:nvPicPr>
          <p:cNvPr id="88" name="object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51e0435f114df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533710" y="3575807"/>
            <a:ext cx="1450217" cy="240830"/>
          </a:xfrm>
          <a:prstGeom xmlns:a="http://schemas.openxmlformats.org/drawingml/2006/main" prst="rect">
            <a:avLst/>
          </a:prstGeom>
        </p:spPr>
      </p:pic>
      <p:pic>
        <p:nvPicPr>
          <p:cNvPr id="89" name="object 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4b1e17f6474f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533710" y="3575807"/>
            <a:ext cx="1450217" cy="240830"/>
          </a:xfrm>
          <a:prstGeom xmlns:a="http://schemas.openxmlformats.org/drawingml/2006/main" prst="rect">
            <a:avLst/>
          </a:prstGeom>
        </p:spPr>
      </p:pic>
      <p:sp>
        <p:nvSpPr>
          <p:cNvPr id="41" name="object 41">
            <a:extLst xmlns:a="http://schemas.openxmlformats.org/drawingml/2006/main">
              <a:ext uri="{FF2B5EF4-FFF2-40B4-BE49-F238E27FC236}">
                <a16:creationId xmlns:a16="http://schemas.microsoft.com/office/drawing/2014/main" id="{B083D96B-5717-4BEB-9211-42404D403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2459" y="3622926"/>
            <a:ext cx="575945" cy="188595"/>
          </a:xfrm>
          <a:custGeom xmlns:a="http://schemas.openxmlformats.org/drawingml/2006/main">
            <a:rect l="l" t="t" r="r" b="b"/>
            <a:pathLst>
              <a:path w="575945" h="188595">
                <a:moveTo>
                  <a:pt x="575898" y="188475"/>
                </a:moveTo>
                <a:lnTo>
                  <a:pt x="0" y="188475"/>
                </a:lnTo>
                <a:lnTo>
                  <a:pt x="0" y="0"/>
                </a:lnTo>
                <a:lnTo>
                  <a:pt x="575898" y="0"/>
                </a:lnTo>
                <a:lnTo>
                  <a:pt x="575898" y="188475"/>
                </a:lnTo>
                <a:close/>
              </a:path>
            </a:pathLst>
          </a:custGeom>
          <a:solidFill xmlns:a="http://schemas.openxmlformats.org/drawingml/2006/main">
            <a:srgbClr val="163326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77828409-B09A-4B2B-9578-B0FBBCE7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1446" y="3498246"/>
            <a:ext cx="601980" cy="3797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87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5"/>
              </a:spcBef>
              <a:buNone/>
            </a:pPr>
            <a:r>
              <a:rPr sz="2300" spc="105">
                <a:solidFill>
                  <a:srgbClr val="E2D19E"/>
                </a:solidFill>
                <a:latin typeface="Cambria"/>
                <a:ea typeface="Cambria"/>
                <a:cs typeface="Cambria"/>
              </a:rPr>
              <a:t>seat</a:t>
            </a:r>
            <a:endParaRPr sz="2300">
              <a:latin typeface="Cambria"/>
              <a:ea typeface="Cambria"/>
              <a:cs typeface="Cambria"/>
            </a:endParaRPr>
          </a:p>
        </p:txBody>
      </p:sp>
      <p:pic>
        <p:nvPicPr>
          <p:cNvPr id="92" name="object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b4ccde3ab249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659360" y="4230237"/>
            <a:ext cx="1319331" cy="31412"/>
          </a:xfrm>
          <a:prstGeom xmlns:a="http://schemas.openxmlformats.org/drawingml/2006/main" prst="rect">
            <a:avLst/>
          </a:prstGeom>
        </p:spPr>
      </p:pic>
      <p:pic>
        <p:nvPicPr>
          <p:cNvPr id="93" name="object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9c38fda11a42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9078257" y="4251179"/>
            <a:ext cx="1319331" cy="31412"/>
          </a:xfrm>
          <a:prstGeom xmlns:a="http://schemas.openxmlformats.org/drawingml/2006/main" prst="rect">
            <a:avLst/>
          </a:prstGeom>
        </p:spPr>
      </p:pic>
      <p:pic>
        <p:nvPicPr>
          <p:cNvPr id="94" name="object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2ebd0d183a4f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6617599" y="4230237"/>
            <a:ext cx="1319331" cy="31412"/>
          </a:xfrm>
          <a:prstGeom xmlns:a="http://schemas.openxmlformats.org/drawingml/2006/main" prst="rect">
            <a:avLst/>
          </a:prstGeom>
        </p:spPr>
      </p:pic>
      <p:pic>
        <p:nvPicPr>
          <p:cNvPr id="95" name="object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9d41d8f1fd44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4135999"/>
            <a:ext cx="20104100" cy="178005"/>
          </a:xfrm>
          <a:prstGeom xmlns:a="http://schemas.openxmlformats.org/drawingml/2006/main" prst="rect">
            <a:avLst/>
          </a:prstGeom>
        </p:spPr>
      </p:pic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92887F06-CD52-4925-BEC1-EA074E344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44" y="4465832"/>
            <a:ext cx="251460" cy="89535"/>
          </a:xfrm>
          <a:custGeom xmlns:a="http://schemas.openxmlformats.org/drawingml/2006/main">
            <a:rect l="l" t="t" r="r" b="b"/>
            <a:pathLst>
              <a:path w="251459" h="89535">
                <a:moveTo>
                  <a:pt x="251301" y="89002"/>
                </a:moveTo>
                <a:lnTo>
                  <a:pt x="0" y="89002"/>
                </a:lnTo>
                <a:lnTo>
                  <a:pt x="0" y="0"/>
                </a:lnTo>
                <a:lnTo>
                  <a:pt x="251301" y="0"/>
                </a:lnTo>
                <a:lnTo>
                  <a:pt x="251301" y="89002"/>
                </a:lnTo>
                <a:close/>
              </a:path>
            </a:pathLst>
          </a:custGeom>
          <a:solidFill xmlns:a="http://schemas.openxmlformats.org/drawingml/2006/main">
            <a:srgbClr val="232323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DF2E984C-E628-4A16-B8BE-C129C34D4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799" y="4423948"/>
            <a:ext cx="591820" cy="167640"/>
          </a:xfrm>
          <a:custGeom xmlns:a="http://schemas.openxmlformats.org/drawingml/2006/main">
            <a:rect l="l" t="t" r="r" b="b"/>
            <a:pathLst>
              <a:path w="591819" h="167639">
                <a:moveTo>
                  <a:pt x="591604" y="167534"/>
                </a:moveTo>
                <a:lnTo>
                  <a:pt x="0" y="167534"/>
                </a:lnTo>
                <a:lnTo>
                  <a:pt x="0" y="0"/>
                </a:lnTo>
                <a:lnTo>
                  <a:pt x="591604" y="0"/>
                </a:lnTo>
                <a:lnTo>
                  <a:pt x="591604" y="167534"/>
                </a:lnTo>
                <a:close/>
              </a:path>
            </a:pathLst>
          </a:custGeom>
          <a:solidFill xmlns:a="http://schemas.openxmlformats.org/drawingml/2006/main">
            <a:srgbClr val="2A2A2A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EBCA47A3-44CD-45B3-8BD8-2066D771E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905" y="4363839"/>
            <a:ext cx="919480" cy="2336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1350" spc="-20">
                <a:solidFill>
                  <a:srgbClr val="DDDDDD"/>
                </a:solidFill>
                <a:latin typeface="Consolas"/>
                <a:ea typeface="Consolas"/>
                <a:cs typeface="Consolas"/>
              </a:rPr>
              <a:t>o</a:t>
            </a:r>
            <a:r>
              <a:rPr sz="1350" spc="-165">
                <a:solidFill>
                  <a:srgbClr val="DDDDDD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350" spc="-35">
                <a:solidFill>
                  <a:srgbClr val="DDDDDD"/>
                </a:solidFill>
                <a:latin typeface="Consolas"/>
                <a:ea typeface="Consolas"/>
                <a:cs typeface="Consolas"/>
              </a:rPr>
              <a:t>e</a:t>
            </a:r>
            <a:r>
              <a:rPr sz="1350" spc="-350">
                <a:solidFill>
                  <a:srgbClr val="DDDDDD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300" spc="-10">
                <a:solidFill>
                  <a:srgbClr val="DBDBDB"/>
                </a:solidFill>
                <a:latin typeface="Arial MT"/>
                <a:ea typeface="Arial MT"/>
                <a:cs typeface="Arial MT"/>
              </a:rPr>
              <a:t>aI</a:t>
            </a:r>
            <a:r>
              <a:rPr sz="1300" spc="-10">
                <a:solidFill>
                  <a:srgbClr val="DFDFDF"/>
                </a:solidFill>
                <a:latin typeface="Arial MT"/>
                <a:ea typeface="Arial MT"/>
                <a:cs typeface="Arial MT"/>
              </a:rPr>
              <a:t>ready</a:t>
            </a:r>
            <a:endParaRPr sz="1300">
              <a:latin typeface="Arial MT"/>
              <a:ea typeface="Arial MT"/>
              <a:cs typeface="Arial MT"/>
            </a:endParaRPr>
          </a:p>
        </p:txBody>
      </p:sp>
      <p:pic>
        <p:nvPicPr>
          <p:cNvPr id="99" name="object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f1825a6124479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889994" y="4465832"/>
            <a:ext cx="188475" cy="94237"/>
          </a:xfrm>
          <a:prstGeom xmlns:a="http://schemas.openxmlformats.org/drawingml/2006/main" prst="rect">
            <a:avLst/>
          </a:prstGeom>
        </p:spPr>
      </p:pic>
      <p:pic>
        <p:nvPicPr>
          <p:cNvPr id="100" name="object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82a88905244d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889994" y="4465832"/>
            <a:ext cx="188475" cy="94237"/>
          </a:xfrm>
          <a:prstGeom xmlns:a="http://schemas.openxmlformats.org/drawingml/2006/main" prst="rect">
            <a:avLst/>
          </a:prstGeom>
        </p:spPr>
      </p:pic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FEB296D4-DC9A-4001-BF8B-873E8E9D2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5589" y="4423948"/>
            <a:ext cx="246379" cy="131445"/>
          </a:xfrm>
          <a:custGeom xmlns:a="http://schemas.openxmlformats.org/drawingml/2006/main">
            <a:rect l="l" t="t" r="r" b="b"/>
            <a:pathLst>
              <a:path w="246380" h="131445">
                <a:moveTo>
                  <a:pt x="246065" y="130886"/>
                </a:moveTo>
                <a:lnTo>
                  <a:pt x="0" y="130886"/>
                </a:lnTo>
                <a:lnTo>
                  <a:pt x="0" y="0"/>
                </a:lnTo>
                <a:lnTo>
                  <a:pt x="246065" y="0"/>
                </a:lnTo>
                <a:lnTo>
                  <a:pt x="246065" y="130886"/>
                </a:lnTo>
                <a:close/>
              </a:path>
            </a:pathLst>
          </a:custGeom>
          <a:solidFill xmlns:a="http://schemas.openxmlformats.org/drawingml/2006/main">
            <a:srgbClr val="2A2A2A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F3FA79D2-0212-4C72-8025-61CE80C1E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4009" y="4429184"/>
            <a:ext cx="1021080" cy="162560"/>
          </a:xfrm>
          <a:custGeom xmlns:a="http://schemas.openxmlformats.org/drawingml/2006/main">
            <a:rect l="l" t="t" r="r" b="b"/>
            <a:pathLst>
              <a:path w="1021079" h="162560">
                <a:moveTo>
                  <a:pt x="1020910" y="162298"/>
                </a:moveTo>
                <a:lnTo>
                  <a:pt x="0" y="162298"/>
                </a:lnTo>
                <a:lnTo>
                  <a:pt x="0" y="0"/>
                </a:lnTo>
                <a:lnTo>
                  <a:pt x="1020910" y="0"/>
                </a:lnTo>
                <a:lnTo>
                  <a:pt x="1020910" y="162298"/>
                </a:lnTo>
                <a:close/>
              </a:path>
            </a:pathLst>
          </a:custGeom>
          <a:solidFill xmlns:a="http://schemas.openxmlformats.org/drawingml/2006/main">
            <a:srgbClr val="2A2A2A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23" name="object 23">
            <a:extLst xmlns:a="http://schemas.openxmlformats.org/drawingml/2006/main">
              <a:ext uri="{FF2B5EF4-FFF2-40B4-BE49-F238E27FC236}">
                <a16:creationId xmlns:a16="http://schemas.microsoft.com/office/drawing/2014/main" id="{4CE345F8-CC84-4B4B-A70A-9F246251E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7105" y="4353659"/>
            <a:ext cx="1278255" cy="2457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143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90"/>
              </a:spcBef>
              <a:buNone/>
            </a:pPr>
            <a:r>
              <a:rPr sz="1450" spc="-100">
                <a:solidFill>
                  <a:srgbClr val="DDDDDD"/>
                </a:solidFill>
                <a:latin typeface="Consolas"/>
                <a:ea typeface="Consolas"/>
                <a:cs typeface="Consolas"/>
              </a:rPr>
              <a:t>he</a:t>
            </a:r>
            <a:r>
              <a:rPr sz="1450" spc="-370">
                <a:solidFill>
                  <a:srgbClr val="DDDDDD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350" spc="-10">
                <a:solidFill>
                  <a:srgbClr val="DFDFDF"/>
                </a:solidFill>
                <a:latin typeface="Arial MT"/>
                <a:ea typeface="Arial MT"/>
                <a:cs typeface="Arial MT"/>
              </a:rPr>
              <a:t>organisation.</a:t>
            </a:r>
            <a:endParaRPr sz="1350">
              <a:latin typeface="Arial MT"/>
              <a:ea typeface="Arial MT"/>
              <a:cs typeface="Arial MT"/>
            </a:endParaRPr>
          </a:p>
        </p:txBody>
      </p:sp>
      <p:pic>
        <p:nvPicPr>
          <p:cNvPr id="104" name="object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b879dae1ee4f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528475" y="4429184"/>
            <a:ext cx="287949" cy="130886"/>
          </a:xfrm>
          <a:prstGeom xmlns:a="http://schemas.openxmlformats.org/drawingml/2006/main" prst="rect">
            <a:avLst/>
          </a:prstGeom>
        </p:spPr>
      </p:pic>
      <p:pic>
        <p:nvPicPr>
          <p:cNvPr id="105" name="object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44243441a841d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528475" y="4429184"/>
            <a:ext cx="287949" cy="130886"/>
          </a:xfrm>
          <a:prstGeom xmlns:a="http://schemas.openxmlformats.org/drawingml/2006/main" prst="rect">
            <a:avLst/>
          </a:prstGeom>
        </p:spPr>
      </p:pic>
      <p:pic>
        <p:nvPicPr>
          <p:cNvPr id="106" name="object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deeb796ab545a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79249" y="4423948"/>
            <a:ext cx="486896" cy="136121"/>
          </a:xfrm>
          <a:prstGeom xmlns:a="http://schemas.openxmlformats.org/drawingml/2006/main" prst="rect">
            <a:avLst/>
          </a:prstGeom>
        </p:spPr>
      </p:pic>
      <p:pic>
        <p:nvPicPr>
          <p:cNvPr id="107" name="object 3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f8bc087ec846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1423736" y="4423948"/>
            <a:ext cx="376951" cy="136121"/>
          </a:xfrm>
          <a:prstGeom xmlns:a="http://schemas.openxmlformats.org/drawingml/2006/main" prst="rect">
            <a:avLst/>
          </a:prstGeom>
        </p:spPr>
      </p:pic>
      <p:pic>
        <p:nvPicPr>
          <p:cNvPr id="108" name="object 4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86e254932d42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1423736" y="4423948"/>
            <a:ext cx="376951" cy="136121"/>
          </a:xfrm>
          <a:prstGeom xmlns:a="http://schemas.openxmlformats.org/drawingml/2006/main" prst="rect">
            <a:avLst/>
          </a:prstGeom>
        </p:spPr>
      </p:pic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E9243934-FB9D-4BE5-8F39-92898F4C9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3042" y="4429184"/>
            <a:ext cx="1016000" cy="162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6"/>
          </a:solidFill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1210"/>
              </a:lnSpc>
              <a:buNone/>
            </a:pPr>
            <a:r>
              <a:rPr sz="1300" spc="-10">
                <a:solidFill>
                  <a:srgbClr val="DDDDDD"/>
                </a:solidFill>
                <a:latin typeface="Arial MT"/>
                <a:ea typeface="Arial MT"/>
                <a:cs typeface="Arial MT"/>
              </a:rPr>
              <a:t>Drocurement.</a:t>
            </a:r>
            <a:endParaRPr sz="1300">
              <a:latin typeface="Arial MT"/>
              <a:ea typeface="Arial MT"/>
              <a:cs typeface="Arial MT"/>
            </a:endParaRPr>
          </a:p>
        </p:txBody>
      </p:sp>
      <p:sp>
        <p:nvSpPr>
          <p:cNvPr id="44" name="object 44">
            <a:extLst xmlns:a="http://schemas.openxmlformats.org/drawingml/2006/main">
              <a:ext uri="{FF2B5EF4-FFF2-40B4-BE49-F238E27FC236}">
                <a16:creationId xmlns:a16="http://schemas.microsoft.com/office/drawing/2014/main" id="{EC9D3C83-A3B2-4E59-ADE3-571386F81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98894" y="10764070"/>
            <a:ext cx="110489" cy="83820"/>
          </a:xfrm>
          <a:custGeom xmlns:a="http://schemas.openxmlformats.org/drawingml/2006/main">
            <a:rect l="l" t="t" r="r" b="b"/>
            <a:pathLst>
              <a:path w="110490" h="83820">
                <a:moveTo>
                  <a:pt x="109944" y="83767"/>
                </a:moveTo>
                <a:lnTo>
                  <a:pt x="0" y="83767"/>
                </a:lnTo>
                <a:lnTo>
                  <a:pt x="0" y="0"/>
                </a:lnTo>
                <a:lnTo>
                  <a:pt x="109944" y="0"/>
                </a:lnTo>
                <a:lnTo>
                  <a:pt x="109944" y="83767"/>
                </a:lnTo>
                <a:close/>
              </a:path>
            </a:pathLst>
          </a:custGeom>
          <a:solidFill xmlns:a="http://schemas.openxmlformats.org/drawingml/2006/main">
            <a:srgbClr val="0C1615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pic>
        <p:nvPicPr>
          <p:cNvPr id="111" name="object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356ba8a744412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9282134" y="10764070"/>
            <a:ext cx="36648" cy="89002"/>
          </a:xfrm>
          <a:prstGeom xmlns:a="http://schemas.openxmlformats.org/drawingml/2006/main" prst="rect">
            <a:avLst/>
          </a:prstGeom>
        </p:spPr>
      </p:pic>
      <p:pic>
        <p:nvPicPr>
          <p:cNvPr id="112" name="object 4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589a80853344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9276899" y="10764070"/>
            <a:ext cx="57589" cy="89002"/>
          </a:xfrm>
          <a:prstGeom xmlns:a="http://schemas.openxmlformats.org/drawingml/2006/main" prst="rect">
            <a:avLst/>
          </a:prstGeom>
        </p:spPr>
      </p:pic>
      <p:sp>
        <p:nvSpPr>
          <p:cNvPr id="48" name="object 48">
            <a:extLst xmlns:a="http://schemas.openxmlformats.org/drawingml/2006/main">
              <a:ext uri="{FF2B5EF4-FFF2-40B4-BE49-F238E27FC236}">
                <a16:creationId xmlns:a16="http://schemas.microsoft.com/office/drawing/2014/main" id="{8856DE4C-D325-4391-BC9C-2B1F2B44A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1609" y="10764070"/>
            <a:ext cx="104775" cy="83820"/>
          </a:xfrm>
          <a:custGeom xmlns:a="http://schemas.openxmlformats.org/drawingml/2006/main">
            <a:rect l="l" t="t" r="r" b="b"/>
            <a:pathLst>
              <a:path w="104775" h="83820">
                <a:moveTo>
                  <a:pt x="104708" y="83767"/>
                </a:moveTo>
                <a:lnTo>
                  <a:pt x="0" y="83767"/>
                </a:lnTo>
                <a:lnTo>
                  <a:pt x="0" y="0"/>
                </a:lnTo>
                <a:lnTo>
                  <a:pt x="104708" y="0"/>
                </a:lnTo>
                <a:lnTo>
                  <a:pt x="104708" y="83767"/>
                </a:lnTo>
                <a:close/>
              </a:path>
            </a:pathLst>
          </a:custGeom>
          <a:solidFill xmlns:a="http://schemas.openxmlformats.org/drawingml/2006/main">
            <a:srgbClr val="0C160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49" name="object 49">
            <a:extLst xmlns:a="http://schemas.openxmlformats.org/drawingml/2006/main">
              <a:ext uri="{FF2B5EF4-FFF2-40B4-BE49-F238E27FC236}">
                <a16:creationId xmlns:a16="http://schemas.microsoft.com/office/drawing/2014/main" id="{86CC6622-93BF-4219-9891-E883F9EE8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4551" y="10723011"/>
            <a:ext cx="433070" cy="1536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143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90"/>
              </a:spcBef>
              <a:buNone/>
              <a:tabLst>
                <a:tab pos="295275" algn="l"/>
              </a:tabLst>
            </a:pPr>
            <a:r>
              <a:rPr sz="850" spc="-60">
                <a:solidFill>
                  <a:srgbClr val="111601"/>
                </a:solidFill>
                <a:latin typeface="Arial MT"/>
                <a:ea typeface="Arial MT"/>
                <a:cs typeface="Arial MT"/>
              </a:rPr>
              <a:t>1</a:t>
            </a:r>
            <a:r>
              <a:rPr sz="850" spc="-100">
                <a:solidFill>
                  <a:srgbClr val="111601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50" spc="-60">
                <a:solidFill>
                  <a:srgbClr val="DFD4AC"/>
                </a:solidFill>
                <a:latin typeface="Arial MT"/>
                <a:ea typeface="Arial MT"/>
                <a:cs typeface="Arial MT"/>
              </a:rPr>
              <a:t>2</a:t>
            </a:r>
            <a:r>
              <a:rPr sz="850">
                <a:solidFill>
                  <a:srgbClr val="DFD4AC"/>
                </a:solidFill>
                <a:latin typeface="Arial MT"/>
                <a:ea typeface="Arial MT"/>
                <a:cs typeface="Arial MT"/>
              </a:rPr>
              <a:t>	</a:t>
            </a:r>
            <a:r>
              <a:rPr sz="850" spc="-25">
                <a:solidFill>
                  <a:srgbClr val="CDCDCD"/>
                </a:solidFill>
                <a:latin typeface="Arial MT"/>
                <a:ea typeface="Arial MT"/>
                <a:cs typeface="Arial MT"/>
              </a:rPr>
              <a:t>13</a:t>
            </a:r>
            <a:endParaRPr sz="850">
              <a:latin typeface="Arial MT"/>
              <a:ea typeface="Arial MT"/>
              <a:cs typeface="Arial MT"/>
            </a:endParaRP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EC4BEB9-ACF0-4E1C-93DF-2DB06CDE8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52425"/>
            <a:ext cx="24765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11"/>
          </a:solidFill>
          <a:ln xmlns:a="http://schemas.openxmlformats.org/drawingml/2006/main" w="0">
            <a:noFill/>
          </a:ln>
        </p:spPr>
      </p:sp>
      <p:pic>
        <p:nvPicPr>
          <p:cNvPr id="1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777201f9b84c41"/>
          <a:srcRect xmlns:a="http://schemas.openxmlformats.org/drawingml/2006/main" l="314" t="0" r="31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2925" y="428625"/>
            <a:ext cx="361950" cy="361950"/>
          </a:xfrm>
          <a:prstGeom xmlns:a="http://schemas.openxmlformats.org/drawingml/2006/main" prst="ellipse">
            <a:avLst/>
          </a:prstGeom>
        </p:spPr>
      </p:pic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61A7701-8E62-45A2-B5D4-BC3FAFC2C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6725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 spc="2">
                <a:solidFill>
                  <a:srgbClr val="C6A448"/>
                </a:solidFill>
                <a:latin typeface="Arial"/>
                <a:ea typeface="Arial"/>
                <a:cs typeface="Arial"/>
              </a:defRPr>
            </a:pPr>
            <a:r>
              <a:rPr sz="900" b="1" spc="2">
                <a:solidFill>
                  <a:srgbClr val="C6A448"/>
                </a:solidFill>
                <a:latin typeface="Arial"/>
                <a:ea typeface="Arial"/>
                <a:cs typeface="Arial"/>
              </a:rPr>
              <a:t>ENVER AI TECH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7E46E43-6E13-4370-8FA9-0B16A840B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647700"/>
            <a:ext cx="14763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3103"/>
          </a:bodyPr>
          <a:lstStyle xmlns:a="http://schemas.openxmlformats.org/drawingml/2006/main"/>
          <a:p xmlns:a="http://schemas.openxmlformats.org/drawingml/2006/main">
            <a:pPr>
              <a:defRPr sz="638" spc="1">
                <a:solidFill>
                  <a:srgbClr val="A3B2A8"/>
                </a:solidFill>
                <a:latin typeface="Arial"/>
                <a:ea typeface="Arial"/>
                <a:cs typeface="Arial"/>
              </a:defRPr>
            </a:pPr>
            <a:r>
              <a:rPr sz="638" spc="1">
                <a:solidFill>
                  <a:srgbClr val="A3B2A8"/>
                </a:solidFill>
                <a:latin typeface="Arial"/>
                <a:ea typeface="Arial"/>
                <a:cs typeface="Arial"/>
              </a:rPr>
              <a:t>ARTIFICER MVP</a:t>
            </a:r>
          </a:p>
        </p:txBody>
      </p:sp>
    </p:spTree>
    <p:extLst>
      <p:ext uri="{BB962C8B-B14F-4D97-AF65-F5344CB8AC3E}">
        <p14:creationId xmlns:p14="http://schemas.microsoft.com/office/powerpoint/2010/main" val="1642906151"/>
      </p:ext>
    </p:extLst>
  </p:cSld>
</p:sld>
</file>

<file path=ppt/slides/slide13.xml><?xml version="1.0" encoding="utf-8"?>
<p:sld xmlns:p="http://schemas.openxmlformats.org/presentationml/2006/main" showMasterSp="0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objec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46010475e441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20104100" cy="11308556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A3B1DF-C5DE-464D-8729-DD187E764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048000"/>
            <a:ext cx="1905000" cy="185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11"/>
          </a:solidFill>
          <a:ln xmlns:a="http://schemas.openxmlformats.org/drawingml/2006/main" w="0">
            <a:noFill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416f9ec4fc4af7"/>
          <a:srcRect xmlns:a="http://schemas.openxmlformats.org/drawingml/2006/main" l="314" t="0" r="31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39250" y="3171825"/>
            <a:ext cx="1600200" cy="1600200"/>
          </a:xfrm>
          <a:prstGeom xmlns:a="http://schemas.openxmlformats.org/drawingml/2006/main"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51286189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2026-09-22T14:44:53.7940000Z</dcterms:created>
  <dcterms:modified xsi:type="dcterms:W3CDTF">2026-09-22T14:44:53.7940000Z</dcterms:modified>
</coreProperties>
</file>